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3"/>
    <p:sldMasterId id="2147483721" r:id="rId4"/>
    <p:sldMasterId id="2147483794" r:id="rId5"/>
  </p:sldMasterIdLst>
  <p:notesMasterIdLst>
    <p:notesMasterId r:id="rId21"/>
  </p:notesMasterIdLst>
  <p:handoutMasterIdLst>
    <p:handoutMasterId r:id="rId22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13"/>
    <p:sldId id="264" r:id="rId12"/>
    <p:sldId id="265" r:id="rId11"/>
    <p:sldId id="266" r:id="rId10"/>
    <p:sldId id="267" r:id="rId9"/>
    <p:sldId id="268" r:id="rId8"/>
    <p:sldId id="269" r:id="rId7"/>
  </p:sldIdLst>
  <p:sldSz cx="12188825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71BE8E3-79A6-A544-8E6D-DADC11542776}">
          <p14:sldIdLst>
            <p14:sldId id="288"/>
            <p14:sldId id="2134807745"/>
            <p14:sldId id="2134807791"/>
            <p14:sldId id="2134807796"/>
            <p14:sldId id="2134807793"/>
            <p14:sldId id="2134807792"/>
            <p14:sldId id="2134807794"/>
            <p14:sldId id="2134807795"/>
            <p14:sldId id="2134807797"/>
            <p14:sldId id="2134807801"/>
            <p14:sldId id="2134807800"/>
            <p14:sldId id="2134807798"/>
            <p14:sldId id="2134807802"/>
            <p14:sldId id="2134807799"/>
          </p14:sldIdLst>
        </p14:section>
        <p14:section name="Closing" id="{E61FE419-5492-7A45-96CE-D25AD06F445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00"/>
    <a:srgbClr val="0432FF"/>
    <a:srgbClr val="FF4D00"/>
    <a:srgbClr val="95D13C"/>
    <a:srgbClr val="E23400"/>
    <a:srgbClr val="FF9801"/>
    <a:srgbClr val="FCA304"/>
    <a:srgbClr val="FF6621"/>
    <a:srgbClr val="F99439"/>
    <a:srgbClr val="FF8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44CAF-F8ED-4690-BAAD-E249041FCA1D}" v="5" dt="2023-12-01T17:19:37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96"/>
    <p:restoredTop sz="76320" autoAdjust="0"/>
  </p:normalViewPr>
  <p:slideViewPr>
    <p:cSldViewPr snapToGrid="0">
      <p:cViewPr varScale="1">
        <p:scale>
          <a:sx n="83" d="100"/>
          <a:sy n="83" d="100"/>
        </p:scale>
        <p:origin x="20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es, Scott" userId="bf5043f3-693f-499f-9b13-f0431f1be482" providerId="ADAL" clId="{59944CAF-F8ED-4690-BAAD-E249041FCA1D}"/>
    <pc:docChg chg="custSel addSld modSld">
      <pc:chgData name="Hayes, Scott" userId="bf5043f3-693f-499f-9b13-f0431f1be482" providerId="ADAL" clId="{59944CAF-F8ED-4690-BAAD-E249041FCA1D}" dt="2023-12-01T17:20:13.419" v="296" actId="14100"/>
      <pc:docMkLst>
        <pc:docMk/>
      </pc:docMkLst>
      <pc:sldChg chg="addSp delSp modSp add mod">
        <pc:chgData name="Hayes, Scott" userId="bf5043f3-693f-499f-9b13-f0431f1be482" providerId="ADAL" clId="{59944CAF-F8ED-4690-BAAD-E249041FCA1D}" dt="2023-12-01T17:20:13.419" v="296" actId="14100"/>
        <pc:sldMkLst>
          <pc:docMk/>
          <pc:sldMk cId="1302349238" sldId="2134807791"/>
        </pc:sldMkLst>
        <pc:spChg chg="del mod">
          <ac:chgData name="Hayes, Scott" userId="bf5043f3-693f-499f-9b13-f0431f1be482" providerId="ADAL" clId="{59944CAF-F8ED-4690-BAAD-E249041FCA1D}" dt="2023-12-01T17:15:23.832" v="6" actId="478"/>
          <ac:spMkLst>
            <pc:docMk/>
            <pc:sldMk cId="1302349238" sldId="2134807791"/>
            <ac:spMk id="5" creationId="{C2B479B7-4E1E-475F-B459-5CE8B05302D3}"/>
          </ac:spMkLst>
        </pc:spChg>
        <pc:spChg chg="del">
          <ac:chgData name="Hayes, Scott" userId="bf5043f3-693f-499f-9b13-f0431f1be482" providerId="ADAL" clId="{59944CAF-F8ED-4690-BAAD-E249041FCA1D}" dt="2023-12-01T17:15:08.884" v="2" actId="478"/>
          <ac:spMkLst>
            <pc:docMk/>
            <pc:sldMk cId="1302349238" sldId="2134807791"/>
            <ac:spMk id="6" creationId="{9F8FFC18-4FD7-5E97-CCB3-5E13CE612AEB}"/>
          </ac:spMkLst>
        </pc:spChg>
        <pc:spChg chg="add del mod">
          <ac:chgData name="Hayes, Scott" userId="bf5043f3-693f-499f-9b13-f0431f1be482" providerId="ADAL" clId="{59944CAF-F8ED-4690-BAAD-E249041FCA1D}" dt="2023-12-01T17:15:27.221" v="7" actId="478"/>
          <ac:spMkLst>
            <pc:docMk/>
            <pc:sldMk cId="1302349238" sldId="2134807791"/>
            <ac:spMk id="7" creationId="{B1B9AB90-57FA-A980-9387-011939900DED}"/>
          </ac:spMkLst>
        </pc:spChg>
        <pc:spChg chg="add mod">
          <ac:chgData name="Hayes, Scott" userId="bf5043f3-693f-499f-9b13-f0431f1be482" providerId="ADAL" clId="{59944CAF-F8ED-4690-BAAD-E249041FCA1D}" dt="2023-12-01T17:19:10.641" v="288" actId="20577"/>
          <ac:spMkLst>
            <pc:docMk/>
            <pc:sldMk cId="1302349238" sldId="2134807791"/>
            <ac:spMk id="11" creationId="{CEDE4AF3-28A5-7917-E40A-D2FF58E652FD}"/>
          </ac:spMkLst>
        </pc:spChg>
        <pc:picChg chg="add mod">
          <ac:chgData name="Hayes, Scott" userId="bf5043f3-693f-499f-9b13-f0431f1be482" providerId="ADAL" clId="{59944CAF-F8ED-4690-BAAD-E249041FCA1D}" dt="2023-12-01T17:15:44.804" v="9" actId="14861"/>
          <ac:picMkLst>
            <pc:docMk/>
            <pc:sldMk cId="1302349238" sldId="2134807791"/>
            <ac:picMk id="3" creationId="{05721874-37D8-E247-970E-2193F21BF29D}"/>
          </ac:picMkLst>
        </pc:picChg>
        <pc:cxnChg chg="add mod">
          <ac:chgData name="Hayes, Scott" userId="bf5043f3-693f-499f-9b13-f0431f1be482" providerId="ADAL" clId="{59944CAF-F8ED-4690-BAAD-E249041FCA1D}" dt="2023-12-01T17:19:29.854" v="291" actId="14100"/>
          <ac:cxnSpMkLst>
            <pc:docMk/>
            <pc:sldMk cId="1302349238" sldId="2134807791"/>
            <ac:cxnSpMk id="8" creationId="{2A8CBFE8-8322-25AB-6E40-C87DA799B749}"/>
          </ac:cxnSpMkLst>
        </pc:cxnChg>
        <pc:cxnChg chg="add mod">
          <ac:chgData name="Hayes, Scott" userId="bf5043f3-693f-499f-9b13-f0431f1be482" providerId="ADAL" clId="{59944CAF-F8ED-4690-BAAD-E249041FCA1D}" dt="2023-12-01T17:20:13.419" v="296" actId="14100"/>
          <ac:cxnSpMkLst>
            <pc:docMk/>
            <pc:sldMk cId="1302349238" sldId="2134807791"/>
            <ac:cxnSpMk id="13" creationId="{39252C03-C691-51F7-FA1E-AE06F4057DA7}"/>
          </ac:cxnSpMkLst>
        </pc:cxnChg>
        <pc:cxnChg chg="add mod">
          <ac:chgData name="Hayes, Scott" userId="bf5043f3-693f-499f-9b13-f0431f1be482" providerId="ADAL" clId="{59944CAF-F8ED-4690-BAAD-E249041FCA1D}" dt="2023-12-01T17:19:43.949" v="295" actId="14100"/>
          <ac:cxnSpMkLst>
            <pc:docMk/>
            <pc:sldMk cId="1302349238" sldId="2134807791"/>
            <ac:cxnSpMk id="20" creationId="{DAEC8C8D-B2DC-A24F-CAC9-2E9FF644EAB4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8AF0ABA-1503-4581-BC5A-AF3D56D7DD45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63F1010-2D67-4645-821C-D43BAA1B1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0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8186FDC-CD1E-4E7E-B1CD-1CBCCD519E8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B9A8B04-59C6-4476-9B83-8806D24CC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5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724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448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171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8895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3619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343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067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7790" algn="l" defTabSz="609448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Relationship Id="rId3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 userDrawn="1"/>
        </p:nvSpPr>
        <p:spPr bwMode="auto">
          <a:xfrm>
            <a:off x="6885184" y="5000315"/>
            <a:ext cx="2699432" cy="1857685"/>
          </a:xfrm>
          <a:custGeom>
            <a:avLst/>
            <a:gdLst>
              <a:gd name="T0" fmla="*/ 0 w 3707"/>
              <a:gd name="T1" fmla="*/ 2548 h 2548"/>
              <a:gd name="T2" fmla="*/ 3707 w 3707"/>
              <a:gd name="T3" fmla="*/ 0 h 2548"/>
              <a:gd name="T4" fmla="*/ 3343 w 3707"/>
              <a:gd name="T5" fmla="*/ 2538 h 2548"/>
              <a:gd name="T6" fmla="*/ 0 w 3707"/>
              <a:gd name="T7" fmla="*/ 2548 h 2548"/>
              <a:gd name="connsiteX0" fmla="*/ 0 w 10000"/>
              <a:gd name="connsiteY0" fmla="*/ 10000 h 10000"/>
              <a:gd name="connsiteX1" fmla="*/ 10000 w 10000"/>
              <a:gd name="connsiteY1" fmla="*/ 0 h 10000"/>
              <a:gd name="connsiteX2" fmla="*/ 9018 w 10000"/>
              <a:gd name="connsiteY2" fmla="*/ 9984 h 10000"/>
              <a:gd name="connsiteX3" fmla="*/ 0 w 10000"/>
              <a:gd name="connsiteY3" fmla="*/ 10000 h 10000"/>
              <a:gd name="connsiteX0" fmla="*/ 0 w 10024"/>
              <a:gd name="connsiteY0" fmla="*/ 9877 h 9877"/>
              <a:gd name="connsiteX1" fmla="*/ 10024 w 10024"/>
              <a:gd name="connsiteY1" fmla="*/ 0 h 9877"/>
              <a:gd name="connsiteX2" fmla="*/ 9018 w 10024"/>
              <a:gd name="connsiteY2" fmla="*/ 9861 h 9877"/>
              <a:gd name="connsiteX3" fmla="*/ 0 w 10024"/>
              <a:gd name="connsiteY3" fmla="*/ 9877 h 9877"/>
              <a:gd name="connsiteX0" fmla="*/ 0 w 9974"/>
              <a:gd name="connsiteY0" fmla="*/ 10132 h 10132"/>
              <a:gd name="connsiteX1" fmla="*/ 9974 w 9974"/>
              <a:gd name="connsiteY1" fmla="*/ 0 h 10132"/>
              <a:gd name="connsiteX2" fmla="*/ 8996 w 9974"/>
              <a:gd name="connsiteY2" fmla="*/ 10116 h 10132"/>
              <a:gd name="connsiteX3" fmla="*/ 0 w 9974"/>
              <a:gd name="connsiteY3" fmla="*/ 10132 h 1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4" h="10132">
                <a:moveTo>
                  <a:pt x="0" y="10132"/>
                </a:moveTo>
                <a:lnTo>
                  <a:pt x="9974" y="0"/>
                </a:lnTo>
                <a:cubicBezTo>
                  <a:pt x="9648" y="3369"/>
                  <a:pt x="9323" y="6746"/>
                  <a:pt x="8996" y="10116"/>
                </a:cubicBezTo>
                <a:lnTo>
                  <a:pt x="0" y="10132"/>
                </a:lnTo>
                <a:close/>
              </a:path>
            </a:pathLst>
          </a:custGeom>
          <a:solidFill>
            <a:srgbClr val="FF4D00">
              <a:alpha val="90000"/>
            </a:srgbClr>
          </a:solidFill>
          <a:ln>
            <a:noFill/>
          </a:ln>
        </p:spPr>
        <p:txBody>
          <a:bodyPr vert="horz" wrap="square" lIns="60944" tIns="30472" rIns="60944" bIns="30472" numCol="1" anchor="t" anchorCtr="0" compatLnSpc="1">
            <a:prstTxWarp prst="textNoShape">
              <a:avLst/>
            </a:prstTxWarp>
          </a:bodyPr>
          <a:lstStyle/>
          <a:p>
            <a:r>
              <a:rPr lang="en-US" sz="1200"/>
              <a:t>`</a:t>
            </a:r>
          </a:p>
        </p:txBody>
      </p:sp>
      <p:sp>
        <p:nvSpPr>
          <p:cNvPr id="18" name="Freeform 17"/>
          <p:cNvSpPr/>
          <p:nvPr userDrawn="1"/>
        </p:nvSpPr>
        <p:spPr>
          <a:xfrm>
            <a:off x="-9986" y="1610"/>
            <a:ext cx="9595159" cy="6865102"/>
          </a:xfrm>
          <a:custGeom>
            <a:avLst/>
            <a:gdLst>
              <a:gd name="connsiteX0" fmla="*/ 0 w 9595159"/>
              <a:gd name="connsiteY0" fmla="*/ 0 h 6865102"/>
              <a:gd name="connsiteX1" fmla="*/ 1927239 w 9595159"/>
              <a:gd name="connsiteY1" fmla="*/ 0 h 6865102"/>
              <a:gd name="connsiteX2" fmla="*/ 6715756 w 9595159"/>
              <a:gd name="connsiteY2" fmla="*/ 997734 h 6865102"/>
              <a:gd name="connsiteX3" fmla="*/ 9595159 w 9595159"/>
              <a:gd name="connsiteY3" fmla="*/ 4998284 h 6865102"/>
              <a:gd name="connsiteX4" fmla="*/ 7522445 w 9595159"/>
              <a:gd name="connsiteY4" fmla="*/ 6859281 h 6865102"/>
              <a:gd name="connsiteX5" fmla="*/ 0 w 9595159"/>
              <a:gd name="connsiteY5" fmla="*/ 6865102 h 686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159" h="6865102">
                <a:moveTo>
                  <a:pt x="0" y="0"/>
                </a:moveTo>
                <a:lnTo>
                  <a:pt x="1927239" y="0"/>
                </a:lnTo>
                <a:lnTo>
                  <a:pt x="6715756" y="997734"/>
                </a:lnTo>
                <a:lnTo>
                  <a:pt x="9595159" y="4998284"/>
                </a:lnTo>
                <a:lnTo>
                  <a:pt x="7522445" y="6859281"/>
                </a:lnTo>
                <a:lnTo>
                  <a:pt x="0" y="6865102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7" name="Freeform: Shape 6"/>
          <p:cNvSpPr/>
          <p:nvPr userDrawn="1"/>
        </p:nvSpPr>
        <p:spPr>
          <a:xfrm>
            <a:off x="5703607" y="-4993"/>
            <a:ext cx="6487721" cy="4409962"/>
          </a:xfrm>
          <a:custGeom>
            <a:avLst/>
            <a:gdLst>
              <a:gd name="connsiteX0" fmla="*/ 0 w 9236676"/>
              <a:gd name="connsiteY0" fmla="*/ 0 h 6573795"/>
              <a:gd name="connsiteX1" fmla="*/ 4726459 w 9236676"/>
              <a:gd name="connsiteY1" fmla="*/ 6573795 h 6573795"/>
              <a:gd name="connsiteX2" fmla="*/ 9236676 w 9236676"/>
              <a:gd name="connsiteY2" fmla="*/ 2823519 h 6573795"/>
              <a:gd name="connsiteX3" fmla="*/ 9236676 w 9236676"/>
              <a:gd name="connsiteY3" fmla="*/ 12357 h 6573795"/>
              <a:gd name="connsiteX4" fmla="*/ 0 w 9236676"/>
              <a:gd name="connsiteY4" fmla="*/ 0 h 6573795"/>
              <a:gd name="connsiteX0" fmla="*/ 0 w 9236676"/>
              <a:gd name="connsiteY0" fmla="*/ 0 h 6326963"/>
              <a:gd name="connsiteX1" fmla="*/ 4824631 w 9236676"/>
              <a:gd name="connsiteY1" fmla="*/ 6326963 h 6326963"/>
              <a:gd name="connsiteX2" fmla="*/ 9236676 w 9236676"/>
              <a:gd name="connsiteY2" fmla="*/ 2823519 h 6326963"/>
              <a:gd name="connsiteX3" fmla="*/ 9236676 w 9236676"/>
              <a:gd name="connsiteY3" fmla="*/ 12357 h 6326963"/>
              <a:gd name="connsiteX4" fmla="*/ 0 w 9236676"/>
              <a:gd name="connsiteY4" fmla="*/ 0 h 6326963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36676 w 9236676"/>
              <a:gd name="connsiteY3" fmla="*/ 12357 h 6607454"/>
              <a:gd name="connsiteX4" fmla="*/ 0 w 9236676"/>
              <a:gd name="connsiteY4" fmla="*/ 0 h 6607454"/>
              <a:gd name="connsiteX0" fmla="*/ 0 w 9236676"/>
              <a:gd name="connsiteY0" fmla="*/ 35327 h 6642781"/>
              <a:gd name="connsiteX1" fmla="*/ 4726459 w 9236676"/>
              <a:gd name="connsiteY1" fmla="*/ 6642781 h 6642781"/>
              <a:gd name="connsiteX2" fmla="*/ 9236676 w 9236676"/>
              <a:gd name="connsiteY2" fmla="*/ 2858846 h 6642781"/>
              <a:gd name="connsiteX3" fmla="*/ 8956185 w 9236676"/>
              <a:gd name="connsiteY3" fmla="*/ 0 h 6642781"/>
              <a:gd name="connsiteX4" fmla="*/ 0 w 9236676"/>
              <a:gd name="connsiteY4" fmla="*/ 35327 h 6642781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08627 w 9236676"/>
              <a:gd name="connsiteY3" fmla="*/ 6747 h 6607454"/>
              <a:gd name="connsiteX4" fmla="*/ 0 w 9236676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208627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83383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97407 w 9217041"/>
              <a:gd name="connsiteY3" fmla="*/ 6747 h 6607454"/>
              <a:gd name="connsiteX4" fmla="*/ 0 w 9217041"/>
              <a:gd name="connsiteY4" fmla="*/ 0 h 6607454"/>
              <a:gd name="connsiteX0" fmla="*/ 0 w 9231065"/>
              <a:gd name="connsiteY0" fmla="*/ 0 h 6607454"/>
              <a:gd name="connsiteX1" fmla="*/ 4740483 w 9231065"/>
              <a:gd name="connsiteY1" fmla="*/ 6607454 h 6607454"/>
              <a:gd name="connsiteX2" fmla="*/ 9231065 w 9231065"/>
              <a:gd name="connsiteY2" fmla="*/ 2823519 h 6607454"/>
              <a:gd name="connsiteX3" fmla="*/ 9211431 w 9231065"/>
              <a:gd name="connsiteY3" fmla="*/ 6747 h 6607454"/>
              <a:gd name="connsiteX4" fmla="*/ 0 w 9231065"/>
              <a:gd name="connsiteY4" fmla="*/ 0 h 6607454"/>
              <a:gd name="connsiteX0" fmla="*/ 0 w 9748791"/>
              <a:gd name="connsiteY0" fmla="*/ 0 h 6607454"/>
              <a:gd name="connsiteX1" fmla="*/ 4740483 w 9748791"/>
              <a:gd name="connsiteY1" fmla="*/ 6607454 h 6607454"/>
              <a:gd name="connsiteX2" fmla="*/ 9231065 w 9748791"/>
              <a:gd name="connsiteY2" fmla="*/ 2823519 h 6607454"/>
              <a:gd name="connsiteX3" fmla="*/ 9748781 w 9748791"/>
              <a:gd name="connsiteY3" fmla="*/ 18177 h 6607454"/>
              <a:gd name="connsiteX4" fmla="*/ 0 w 9748791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18177 h 6607454"/>
              <a:gd name="connsiteX4" fmla="*/ 0 w 9749048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8972 h 6607454"/>
              <a:gd name="connsiteX4" fmla="*/ 0 w 9749048"/>
              <a:gd name="connsiteY4" fmla="*/ 0 h 6607454"/>
              <a:gd name="connsiteX0" fmla="*/ 0 w 9734116"/>
              <a:gd name="connsiteY0" fmla="*/ 0 h 6607454"/>
              <a:gd name="connsiteX1" fmla="*/ 4740483 w 9734116"/>
              <a:gd name="connsiteY1" fmla="*/ 6607454 h 6607454"/>
              <a:gd name="connsiteX2" fmla="*/ 9734116 w 9734116"/>
              <a:gd name="connsiteY2" fmla="*/ 2389179 h 6607454"/>
              <a:gd name="connsiteX3" fmla="*/ 9699391 w 9734116"/>
              <a:gd name="connsiteY3" fmla="*/ 69321 h 6607454"/>
              <a:gd name="connsiteX4" fmla="*/ 0 w 9734116"/>
              <a:gd name="connsiteY4" fmla="*/ 0 h 6607454"/>
              <a:gd name="connsiteX0" fmla="*/ 0 w 9734116"/>
              <a:gd name="connsiteY0" fmla="*/ 7490 h 6614944"/>
              <a:gd name="connsiteX1" fmla="*/ 4740483 w 9734116"/>
              <a:gd name="connsiteY1" fmla="*/ 6614944 h 6614944"/>
              <a:gd name="connsiteX2" fmla="*/ 9734116 w 9734116"/>
              <a:gd name="connsiteY2" fmla="*/ 2396669 h 6614944"/>
              <a:gd name="connsiteX3" fmla="*/ 9732319 w 9734116"/>
              <a:gd name="connsiteY3" fmla="*/ 0 h 6614944"/>
              <a:gd name="connsiteX4" fmla="*/ 0 w 9734116"/>
              <a:gd name="connsiteY4" fmla="*/ 7490 h 66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4116" h="6614944">
                <a:moveTo>
                  <a:pt x="0" y="7490"/>
                </a:moveTo>
                <a:lnTo>
                  <a:pt x="4740483" y="6614944"/>
                </a:lnTo>
                <a:lnTo>
                  <a:pt x="9734116" y="2396669"/>
                </a:lnTo>
                <a:cubicBezTo>
                  <a:pt x="9731311" y="1457745"/>
                  <a:pt x="9735124" y="938924"/>
                  <a:pt x="9732319" y="0"/>
                </a:cubicBezTo>
                <a:lnTo>
                  <a:pt x="0" y="7490"/>
                </a:lnTo>
                <a:close/>
              </a:path>
            </a:pathLst>
          </a:custGeom>
          <a:solidFill>
            <a:srgbClr val="FF4D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856047" y="5935979"/>
            <a:ext cx="342765" cy="92202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9" name="Freeform: Shape 8"/>
          <p:cNvSpPr/>
          <p:nvPr userDrawn="1"/>
        </p:nvSpPr>
        <p:spPr>
          <a:xfrm>
            <a:off x="1891576" y="-883"/>
            <a:ext cx="4485778" cy="935421"/>
          </a:xfrm>
          <a:custGeom>
            <a:avLst/>
            <a:gdLst>
              <a:gd name="connsiteX0" fmla="*/ 0 w 6664960"/>
              <a:gd name="connsiteY0" fmla="*/ 0 h 1471168"/>
              <a:gd name="connsiteX1" fmla="*/ 365760 w 6664960"/>
              <a:gd name="connsiteY1" fmla="*/ 0 h 1471168"/>
              <a:gd name="connsiteX2" fmla="*/ 6421120 w 6664960"/>
              <a:gd name="connsiteY2" fmla="*/ 1125728 h 1471168"/>
              <a:gd name="connsiteX3" fmla="*/ 6664960 w 6664960"/>
              <a:gd name="connsiteY3" fmla="*/ 1471168 h 1471168"/>
              <a:gd name="connsiteX4" fmla="*/ 0 w 6664960"/>
              <a:gd name="connsiteY4" fmla="*/ 0 h 1471168"/>
              <a:gd name="connsiteX0" fmla="*/ 0 w 6715760"/>
              <a:gd name="connsiteY0" fmla="*/ 0 h 1471168"/>
              <a:gd name="connsiteX1" fmla="*/ 416560 w 6715760"/>
              <a:gd name="connsiteY1" fmla="*/ 0 h 1471168"/>
              <a:gd name="connsiteX2" fmla="*/ 6471920 w 6715760"/>
              <a:gd name="connsiteY2" fmla="*/ 1125728 h 1471168"/>
              <a:gd name="connsiteX3" fmla="*/ 6715760 w 6715760"/>
              <a:gd name="connsiteY3" fmla="*/ 1471168 h 1471168"/>
              <a:gd name="connsiteX4" fmla="*/ 0 w 6715760"/>
              <a:gd name="connsiteY4" fmla="*/ 0 h 1471168"/>
              <a:gd name="connsiteX0" fmla="*/ 0 w 6742497"/>
              <a:gd name="connsiteY0" fmla="*/ 0 h 1471168"/>
              <a:gd name="connsiteX1" fmla="*/ 443297 w 6742497"/>
              <a:gd name="connsiteY1" fmla="*/ 0 h 1471168"/>
              <a:gd name="connsiteX2" fmla="*/ 6498657 w 6742497"/>
              <a:gd name="connsiteY2" fmla="*/ 1125728 h 1471168"/>
              <a:gd name="connsiteX3" fmla="*/ 6742497 w 6742497"/>
              <a:gd name="connsiteY3" fmla="*/ 1471168 h 1471168"/>
              <a:gd name="connsiteX4" fmla="*/ 0 w 6742497"/>
              <a:gd name="connsiteY4" fmla="*/ 0 h 1471168"/>
              <a:gd name="connsiteX0" fmla="*/ 0 w 6704397"/>
              <a:gd name="connsiteY0" fmla="*/ 0 h 1409936"/>
              <a:gd name="connsiteX1" fmla="*/ 443297 w 6704397"/>
              <a:gd name="connsiteY1" fmla="*/ 0 h 1409936"/>
              <a:gd name="connsiteX2" fmla="*/ 6498657 w 6704397"/>
              <a:gd name="connsiteY2" fmla="*/ 1125728 h 1409936"/>
              <a:gd name="connsiteX3" fmla="*/ 6704397 w 6704397"/>
              <a:gd name="connsiteY3" fmla="*/ 1409936 h 1409936"/>
              <a:gd name="connsiteX4" fmla="*/ 0 w 6704397"/>
              <a:gd name="connsiteY4" fmla="*/ 0 h 1409936"/>
              <a:gd name="connsiteX0" fmla="*/ 0 w 6728889"/>
              <a:gd name="connsiteY0" fmla="*/ 0 h 1409936"/>
              <a:gd name="connsiteX1" fmla="*/ 467789 w 6728889"/>
              <a:gd name="connsiteY1" fmla="*/ 0 h 1409936"/>
              <a:gd name="connsiteX2" fmla="*/ 6523149 w 6728889"/>
              <a:gd name="connsiteY2" fmla="*/ 1125728 h 1409936"/>
              <a:gd name="connsiteX3" fmla="*/ 6728889 w 6728889"/>
              <a:gd name="connsiteY3" fmla="*/ 1409936 h 1409936"/>
              <a:gd name="connsiteX4" fmla="*/ 0 w 6728889"/>
              <a:gd name="connsiteY4" fmla="*/ 0 h 1409936"/>
              <a:gd name="connsiteX0" fmla="*/ 0 w 6711200"/>
              <a:gd name="connsiteY0" fmla="*/ 4082 h 1409936"/>
              <a:gd name="connsiteX1" fmla="*/ 450100 w 6711200"/>
              <a:gd name="connsiteY1" fmla="*/ 0 h 1409936"/>
              <a:gd name="connsiteX2" fmla="*/ 6505460 w 6711200"/>
              <a:gd name="connsiteY2" fmla="*/ 1125728 h 1409936"/>
              <a:gd name="connsiteX3" fmla="*/ 6711200 w 6711200"/>
              <a:gd name="connsiteY3" fmla="*/ 1409936 h 1409936"/>
              <a:gd name="connsiteX4" fmla="*/ 0 w 6711200"/>
              <a:gd name="connsiteY4" fmla="*/ 4082 h 1409936"/>
              <a:gd name="connsiteX0" fmla="*/ 0 w 6724807"/>
              <a:gd name="connsiteY0" fmla="*/ 10885 h 1409936"/>
              <a:gd name="connsiteX1" fmla="*/ 463707 w 6724807"/>
              <a:gd name="connsiteY1" fmla="*/ 0 h 1409936"/>
              <a:gd name="connsiteX2" fmla="*/ 6519067 w 6724807"/>
              <a:gd name="connsiteY2" fmla="*/ 1125728 h 1409936"/>
              <a:gd name="connsiteX3" fmla="*/ 6724807 w 6724807"/>
              <a:gd name="connsiteY3" fmla="*/ 1409936 h 1409936"/>
              <a:gd name="connsiteX4" fmla="*/ 0 w 6724807"/>
              <a:gd name="connsiteY4" fmla="*/ 10885 h 1409936"/>
              <a:gd name="connsiteX0" fmla="*/ 0 w 6724807"/>
              <a:gd name="connsiteY0" fmla="*/ 4081 h 1403132"/>
              <a:gd name="connsiteX1" fmla="*/ 477314 w 6724807"/>
              <a:gd name="connsiteY1" fmla="*/ 0 h 1403132"/>
              <a:gd name="connsiteX2" fmla="*/ 6519067 w 6724807"/>
              <a:gd name="connsiteY2" fmla="*/ 1118924 h 1403132"/>
              <a:gd name="connsiteX3" fmla="*/ 6724807 w 6724807"/>
              <a:gd name="connsiteY3" fmla="*/ 1403132 h 1403132"/>
              <a:gd name="connsiteX4" fmla="*/ 0 w 6724807"/>
              <a:gd name="connsiteY4" fmla="*/ 4081 h 140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4807" h="1403132">
                <a:moveTo>
                  <a:pt x="0" y="4081"/>
                </a:moveTo>
                <a:lnTo>
                  <a:pt x="477314" y="0"/>
                </a:lnTo>
                <a:lnTo>
                  <a:pt x="6519067" y="1118924"/>
                </a:lnTo>
                <a:lnTo>
                  <a:pt x="6724807" y="1403132"/>
                </a:lnTo>
                <a:lnTo>
                  <a:pt x="0" y="4081"/>
                </a:lnTo>
                <a:close/>
              </a:path>
            </a:pathLst>
          </a:custGeom>
          <a:solidFill>
            <a:srgbClr val="FF7D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2113110"/>
            <a:ext cx="5702946" cy="42689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</a:t>
            </a:r>
            <a:r>
              <a:rPr lang="en-US" err="1"/>
              <a:t>Roboto</a:t>
            </a:r>
            <a:r>
              <a:rPr lang="en-US"/>
              <a:t>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3103006"/>
            <a:ext cx="7339764" cy="15745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920181"/>
            <a:ext cx="6400800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</a:t>
            </a:r>
            <a:r>
              <a:rPr lang="en-US" err="1"/>
              <a:t>Roboto</a:t>
            </a:r>
            <a:r>
              <a:rPr lang="en-US"/>
              <a:t> Regular 21 Point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160547" y="5289435"/>
            <a:ext cx="6400800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</a:t>
            </a:r>
            <a:r>
              <a:rPr lang="en-US" err="1"/>
              <a:t>Roboto</a:t>
            </a:r>
            <a:r>
              <a:rPr lang="en-US"/>
              <a:t> Italic 21 Point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6000">
                <a:schemeClr val="accent2"/>
              </a:gs>
              <a:gs pos="0">
                <a:schemeClr val="accent1"/>
              </a:gs>
            </a:gsLst>
            <a:lin ang="16200000" scaled="1"/>
          </a:gradFill>
        </p:spPr>
      </p:pic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89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4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5" y="545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09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rgbClr val="FF4D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1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rgbClr val="FF4D0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54 </a:t>
            </a:r>
            <a:r>
              <a:rPr lang="en-US" err="1"/>
              <a:t>pt</a:t>
            </a:r>
            <a:r>
              <a:rPr lang="en-US"/>
              <a:t> – up to three lines.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/>
          <p:cNvSpPr/>
          <p:nvPr userDrawn="1"/>
        </p:nvSpPr>
        <p:spPr>
          <a:xfrm rot="16200000">
            <a:off x="11261306" y="5930479"/>
            <a:ext cx="1313572" cy="541469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/>
          <p:cNvSpPr/>
          <p:nvPr userDrawn="1"/>
        </p:nvSpPr>
        <p:spPr>
          <a:xfrm rot="10800000">
            <a:off x="9585960" y="0"/>
            <a:ext cx="2602865" cy="2217420"/>
          </a:xfrm>
          <a:prstGeom prst="rtTriangle">
            <a:avLst/>
          </a:prstGeom>
          <a:solidFill>
            <a:srgbClr val="FF4D0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0" y="0"/>
            <a:ext cx="10367594" cy="6858000"/>
          </a:xfrm>
          <a:custGeom>
            <a:avLst/>
            <a:gdLst>
              <a:gd name="connsiteX0" fmla="*/ 0 w 10367594"/>
              <a:gd name="connsiteY0" fmla="*/ 0 h 6858000"/>
              <a:gd name="connsiteX1" fmla="*/ 10367594 w 10367594"/>
              <a:gd name="connsiteY1" fmla="*/ 0 h 6858000"/>
              <a:gd name="connsiteX2" fmla="*/ 3509594 w 10367594"/>
              <a:gd name="connsiteY2" fmla="*/ 6858000 h 6858000"/>
              <a:gd name="connsiteX3" fmla="*/ 1520714 w 10367594"/>
              <a:gd name="connsiteY3" fmla="*/ 6858000 h 6858000"/>
              <a:gd name="connsiteX4" fmla="*/ 0 w 10367594"/>
              <a:gd name="connsiteY4" fmla="*/ 55444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7594" h="6858000">
                <a:moveTo>
                  <a:pt x="0" y="0"/>
                </a:moveTo>
                <a:lnTo>
                  <a:pt x="10367594" y="0"/>
                </a:lnTo>
                <a:lnTo>
                  <a:pt x="3509594" y="6858000"/>
                </a:lnTo>
                <a:lnTo>
                  <a:pt x="1520714" y="6858000"/>
                </a:lnTo>
                <a:lnTo>
                  <a:pt x="0" y="5544428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>
            <a:off x="0" y="5544428"/>
            <a:ext cx="1523890" cy="1313572"/>
          </a:xfrm>
          <a:custGeom>
            <a:avLst/>
            <a:gdLst>
              <a:gd name="connsiteX0" fmla="*/ 3176 w 1523890"/>
              <a:gd name="connsiteY0" fmla="*/ 0 h 1313572"/>
              <a:gd name="connsiteX1" fmla="*/ 1523890 w 1523890"/>
              <a:gd name="connsiteY1" fmla="*/ 1313572 h 1313572"/>
              <a:gd name="connsiteX2" fmla="*/ 0 w 1523890"/>
              <a:gd name="connsiteY2" fmla="*/ 420643 h 1313572"/>
              <a:gd name="connsiteX3" fmla="*/ 0 w 1523890"/>
              <a:gd name="connsiteY3" fmla="*/ 17461 h 131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890" h="1313572">
                <a:moveTo>
                  <a:pt x="3176" y="0"/>
                </a:moveTo>
                <a:lnTo>
                  <a:pt x="1523890" y="1313572"/>
                </a:lnTo>
                <a:lnTo>
                  <a:pt x="0" y="420643"/>
                </a:lnTo>
                <a:lnTo>
                  <a:pt x="0" y="17461"/>
                </a:lnTo>
                <a:close/>
              </a:path>
            </a:pathLst>
          </a:custGeom>
          <a:solidFill>
            <a:srgbClr val="FF4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888999"/>
            <a:ext cx="5394648" cy="40799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Text here, </a:t>
            </a:r>
            <a:r>
              <a:rPr lang="en-US" err="1"/>
              <a:t>Roboto</a:t>
            </a:r>
            <a:r>
              <a:rPr lang="en-US"/>
              <a:t> Regular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5975"/>
            <a:ext cx="5394648" cy="17768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400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Title Here, </a:t>
            </a:r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000307"/>
            <a:ext cx="3497769" cy="1172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Subtitle here, </a:t>
            </a:r>
            <a:r>
              <a:rPr lang="en-US" err="1"/>
              <a:t>Roboto</a:t>
            </a:r>
            <a:r>
              <a:rPr lang="en-US"/>
              <a:t> Regular 28 point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11603698" y="0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9520153" cy="3474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1160547" y="2063006"/>
            <a:ext cx="9520153" cy="3474194"/>
          </a:xfrm>
        </p:spPr>
        <p:txBody>
          <a:bodyPr/>
          <a:lstStyle>
            <a:lvl1pPr marL="0" indent="0">
              <a:buNone/>
              <a:defRPr sz="5400" b="0" i="0"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7" name="Right Triangle 6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1" name="Right Triangle 10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2107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3967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00" y="6197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8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077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Header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11" name="Right Triangle 10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485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17530" y="1854199"/>
            <a:ext cx="1066011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20 point, no longer than one line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5" name="Right Triangle 14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Triangle 15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1017588" y="2290762"/>
            <a:ext cx="10660062" cy="3714751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10667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557011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0" name="Right Triangle 9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946527" y="1716140"/>
            <a:ext cx="2718840" cy="297338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97642" y="1854200"/>
            <a:ext cx="6219384" cy="111924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40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/>
              <a:t>Presenter’s Name goes here, </a:t>
            </a:r>
            <a:r>
              <a:rPr lang="en-US" err="1"/>
              <a:t>Roboto</a:t>
            </a:r>
            <a:r>
              <a:rPr lang="en-US"/>
              <a:t> Light 40 point</a:t>
            </a:r>
          </a:p>
        </p:txBody>
      </p:sp>
      <p:sp>
        <p:nvSpPr>
          <p:cNvPr id="1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5205334" y="3110084"/>
            <a:ext cx="6224666" cy="815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Title goes here, </a:t>
            </a: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  <p:sp>
        <p:nvSpPr>
          <p:cNvPr id="17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5205334" y="3925222"/>
            <a:ext cx="6224666" cy="7643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email/contact info goes here,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57201"/>
            <a:ext cx="11195177" cy="1047748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30" y="1854200"/>
            <a:ext cx="10107670" cy="38324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100" i="1" baseline="0"/>
            </a:lvl1pPr>
            <a:lvl2pPr marL="169863" indent="0" algn="r">
              <a:spcAft>
                <a:spcPts val="0"/>
              </a:spcAft>
              <a:buNone/>
              <a:defRPr sz="1400" b="1" i="0" baseline="0">
                <a:solidFill>
                  <a:schemeClr val="accent1"/>
                </a:solidFill>
                <a:latin typeface="Roboto" charset="0"/>
                <a:ea typeface="Roboto" charset="0"/>
                <a:cs typeface="Roboto" charset="0"/>
              </a:defRPr>
            </a:lvl2pPr>
          </a:lstStyle>
          <a:p>
            <a:pPr lvl="0"/>
            <a:r>
              <a:rPr lang="en-US"/>
              <a:t>Quote goes here, </a:t>
            </a:r>
            <a:r>
              <a:rPr lang="en-US" err="1"/>
              <a:t>Roboto</a:t>
            </a:r>
            <a:r>
              <a:rPr lang="en-US"/>
              <a:t> Italic, size can be increased depending on length of quote</a:t>
            </a:r>
          </a:p>
          <a:p>
            <a:pPr lvl="1"/>
            <a:r>
              <a:rPr lang="en-US"/>
              <a:t>Attribution goes here, </a:t>
            </a:r>
            <a:r>
              <a:rPr lang="en-US" err="1"/>
              <a:t>Roboto</a:t>
            </a:r>
            <a:r>
              <a:rPr lang="en-US"/>
              <a:t> Bold 14 point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 userDrawn="1"/>
        </p:nvSpPr>
        <p:spPr bwMode="auto">
          <a:xfrm>
            <a:off x="6885184" y="5000315"/>
            <a:ext cx="2699432" cy="1857685"/>
          </a:xfrm>
          <a:custGeom>
            <a:avLst/>
            <a:gdLst>
              <a:gd name="T0" fmla="*/ 0 w 3707"/>
              <a:gd name="T1" fmla="*/ 2548 h 2548"/>
              <a:gd name="T2" fmla="*/ 3707 w 3707"/>
              <a:gd name="T3" fmla="*/ 0 h 2548"/>
              <a:gd name="T4" fmla="*/ 3343 w 3707"/>
              <a:gd name="T5" fmla="*/ 2538 h 2548"/>
              <a:gd name="T6" fmla="*/ 0 w 3707"/>
              <a:gd name="T7" fmla="*/ 2548 h 2548"/>
              <a:gd name="connsiteX0" fmla="*/ 0 w 10000"/>
              <a:gd name="connsiteY0" fmla="*/ 10000 h 10000"/>
              <a:gd name="connsiteX1" fmla="*/ 10000 w 10000"/>
              <a:gd name="connsiteY1" fmla="*/ 0 h 10000"/>
              <a:gd name="connsiteX2" fmla="*/ 9018 w 10000"/>
              <a:gd name="connsiteY2" fmla="*/ 9984 h 10000"/>
              <a:gd name="connsiteX3" fmla="*/ 0 w 10000"/>
              <a:gd name="connsiteY3" fmla="*/ 10000 h 10000"/>
              <a:gd name="connsiteX0" fmla="*/ 0 w 10024"/>
              <a:gd name="connsiteY0" fmla="*/ 9877 h 9877"/>
              <a:gd name="connsiteX1" fmla="*/ 10024 w 10024"/>
              <a:gd name="connsiteY1" fmla="*/ 0 h 9877"/>
              <a:gd name="connsiteX2" fmla="*/ 9018 w 10024"/>
              <a:gd name="connsiteY2" fmla="*/ 9861 h 9877"/>
              <a:gd name="connsiteX3" fmla="*/ 0 w 10024"/>
              <a:gd name="connsiteY3" fmla="*/ 9877 h 9877"/>
              <a:gd name="connsiteX0" fmla="*/ 0 w 9974"/>
              <a:gd name="connsiteY0" fmla="*/ 10132 h 10132"/>
              <a:gd name="connsiteX1" fmla="*/ 9974 w 9974"/>
              <a:gd name="connsiteY1" fmla="*/ 0 h 10132"/>
              <a:gd name="connsiteX2" fmla="*/ 8996 w 9974"/>
              <a:gd name="connsiteY2" fmla="*/ 10116 h 10132"/>
              <a:gd name="connsiteX3" fmla="*/ 0 w 9974"/>
              <a:gd name="connsiteY3" fmla="*/ 10132 h 1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4" h="10132">
                <a:moveTo>
                  <a:pt x="0" y="10132"/>
                </a:moveTo>
                <a:lnTo>
                  <a:pt x="9974" y="0"/>
                </a:lnTo>
                <a:cubicBezTo>
                  <a:pt x="9648" y="3369"/>
                  <a:pt x="9323" y="6746"/>
                  <a:pt x="8996" y="10116"/>
                </a:cubicBezTo>
                <a:lnTo>
                  <a:pt x="0" y="10132"/>
                </a:lnTo>
                <a:close/>
              </a:path>
            </a:pathLst>
          </a:custGeom>
          <a:solidFill>
            <a:srgbClr val="FF4D00">
              <a:alpha val="90000"/>
            </a:srgbClr>
          </a:solidFill>
          <a:ln>
            <a:noFill/>
          </a:ln>
        </p:spPr>
        <p:txBody>
          <a:bodyPr vert="horz" wrap="square" lIns="60944" tIns="30472" rIns="60944" bIns="30472" numCol="1" anchor="t" anchorCtr="0" compatLnSpc="1">
            <a:prstTxWarp prst="textNoShape">
              <a:avLst/>
            </a:prstTxWarp>
          </a:bodyPr>
          <a:lstStyle/>
          <a:p>
            <a:r>
              <a:rPr lang="en-US" sz="1200"/>
              <a:t>`</a:t>
            </a:r>
          </a:p>
        </p:txBody>
      </p:sp>
      <p:sp>
        <p:nvSpPr>
          <p:cNvPr id="18" name="Freeform 17"/>
          <p:cNvSpPr/>
          <p:nvPr userDrawn="1"/>
        </p:nvSpPr>
        <p:spPr>
          <a:xfrm>
            <a:off x="-9986" y="1610"/>
            <a:ext cx="9595159" cy="6865102"/>
          </a:xfrm>
          <a:custGeom>
            <a:avLst/>
            <a:gdLst>
              <a:gd name="connsiteX0" fmla="*/ 0 w 9595159"/>
              <a:gd name="connsiteY0" fmla="*/ 0 h 6865102"/>
              <a:gd name="connsiteX1" fmla="*/ 1927239 w 9595159"/>
              <a:gd name="connsiteY1" fmla="*/ 0 h 6865102"/>
              <a:gd name="connsiteX2" fmla="*/ 6715756 w 9595159"/>
              <a:gd name="connsiteY2" fmla="*/ 997734 h 6865102"/>
              <a:gd name="connsiteX3" fmla="*/ 9595159 w 9595159"/>
              <a:gd name="connsiteY3" fmla="*/ 4998284 h 6865102"/>
              <a:gd name="connsiteX4" fmla="*/ 7522445 w 9595159"/>
              <a:gd name="connsiteY4" fmla="*/ 6859281 h 6865102"/>
              <a:gd name="connsiteX5" fmla="*/ 0 w 9595159"/>
              <a:gd name="connsiteY5" fmla="*/ 6865102 h 686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159" h="6865102">
                <a:moveTo>
                  <a:pt x="0" y="0"/>
                </a:moveTo>
                <a:lnTo>
                  <a:pt x="1927239" y="0"/>
                </a:lnTo>
                <a:lnTo>
                  <a:pt x="6715756" y="997734"/>
                </a:lnTo>
                <a:lnTo>
                  <a:pt x="9595159" y="4998284"/>
                </a:lnTo>
                <a:lnTo>
                  <a:pt x="7522445" y="6859281"/>
                </a:lnTo>
                <a:lnTo>
                  <a:pt x="0" y="6865102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7" name="Freeform: Shape 6"/>
          <p:cNvSpPr/>
          <p:nvPr userDrawn="1"/>
        </p:nvSpPr>
        <p:spPr>
          <a:xfrm>
            <a:off x="5703607" y="-4993"/>
            <a:ext cx="6487721" cy="4409962"/>
          </a:xfrm>
          <a:custGeom>
            <a:avLst/>
            <a:gdLst>
              <a:gd name="connsiteX0" fmla="*/ 0 w 9236676"/>
              <a:gd name="connsiteY0" fmla="*/ 0 h 6573795"/>
              <a:gd name="connsiteX1" fmla="*/ 4726459 w 9236676"/>
              <a:gd name="connsiteY1" fmla="*/ 6573795 h 6573795"/>
              <a:gd name="connsiteX2" fmla="*/ 9236676 w 9236676"/>
              <a:gd name="connsiteY2" fmla="*/ 2823519 h 6573795"/>
              <a:gd name="connsiteX3" fmla="*/ 9236676 w 9236676"/>
              <a:gd name="connsiteY3" fmla="*/ 12357 h 6573795"/>
              <a:gd name="connsiteX4" fmla="*/ 0 w 9236676"/>
              <a:gd name="connsiteY4" fmla="*/ 0 h 6573795"/>
              <a:gd name="connsiteX0" fmla="*/ 0 w 9236676"/>
              <a:gd name="connsiteY0" fmla="*/ 0 h 6326963"/>
              <a:gd name="connsiteX1" fmla="*/ 4824631 w 9236676"/>
              <a:gd name="connsiteY1" fmla="*/ 6326963 h 6326963"/>
              <a:gd name="connsiteX2" fmla="*/ 9236676 w 9236676"/>
              <a:gd name="connsiteY2" fmla="*/ 2823519 h 6326963"/>
              <a:gd name="connsiteX3" fmla="*/ 9236676 w 9236676"/>
              <a:gd name="connsiteY3" fmla="*/ 12357 h 6326963"/>
              <a:gd name="connsiteX4" fmla="*/ 0 w 9236676"/>
              <a:gd name="connsiteY4" fmla="*/ 0 h 6326963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36676 w 9236676"/>
              <a:gd name="connsiteY3" fmla="*/ 12357 h 6607454"/>
              <a:gd name="connsiteX4" fmla="*/ 0 w 9236676"/>
              <a:gd name="connsiteY4" fmla="*/ 0 h 6607454"/>
              <a:gd name="connsiteX0" fmla="*/ 0 w 9236676"/>
              <a:gd name="connsiteY0" fmla="*/ 35327 h 6642781"/>
              <a:gd name="connsiteX1" fmla="*/ 4726459 w 9236676"/>
              <a:gd name="connsiteY1" fmla="*/ 6642781 h 6642781"/>
              <a:gd name="connsiteX2" fmla="*/ 9236676 w 9236676"/>
              <a:gd name="connsiteY2" fmla="*/ 2858846 h 6642781"/>
              <a:gd name="connsiteX3" fmla="*/ 8956185 w 9236676"/>
              <a:gd name="connsiteY3" fmla="*/ 0 h 6642781"/>
              <a:gd name="connsiteX4" fmla="*/ 0 w 9236676"/>
              <a:gd name="connsiteY4" fmla="*/ 35327 h 6642781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08627 w 9236676"/>
              <a:gd name="connsiteY3" fmla="*/ 6747 h 6607454"/>
              <a:gd name="connsiteX4" fmla="*/ 0 w 9236676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208627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83383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97407 w 9217041"/>
              <a:gd name="connsiteY3" fmla="*/ 6747 h 6607454"/>
              <a:gd name="connsiteX4" fmla="*/ 0 w 9217041"/>
              <a:gd name="connsiteY4" fmla="*/ 0 h 6607454"/>
              <a:gd name="connsiteX0" fmla="*/ 0 w 9231065"/>
              <a:gd name="connsiteY0" fmla="*/ 0 h 6607454"/>
              <a:gd name="connsiteX1" fmla="*/ 4740483 w 9231065"/>
              <a:gd name="connsiteY1" fmla="*/ 6607454 h 6607454"/>
              <a:gd name="connsiteX2" fmla="*/ 9231065 w 9231065"/>
              <a:gd name="connsiteY2" fmla="*/ 2823519 h 6607454"/>
              <a:gd name="connsiteX3" fmla="*/ 9211431 w 9231065"/>
              <a:gd name="connsiteY3" fmla="*/ 6747 h 6607454"/>
              <a:gd name="connsiteX4" fmla="*/ 0 w 9231065"/>
              <a:gd name="connsiteY4" fmla="*/ 0 h 6607454"/>
              <a:gd name="connsiteX0" fmla="*/ 0 w 9748791"/>
              <a:gd name="connsiteY0" fmla="*/ 0 h 6607454"/>
              <a:gd name="connsiteX1" fmla="*/ 4740483 w 9748791"/>
              <a:gd name="connsiteY1" fmla="*/ 6607454 h 6607454"/>
              <a:gd name="connsiteX2" fmla="*/ 9231065 w 9748791"/>
              <a:gd name="connsiteY2" fmla="*/ 2823519 h 6607454"/>
              <a:gd name="connsiteX3" fmla="*/ 9748781 w 9748791"/>
              <a:gd name="connsiteY3" fmla="*/ 18177 h 6607454"/>
              <a:gd name="connsiteX4" fmla="*/ 0 w 9748791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18177 h 6607454"/>
              <a:gd name="connsiteX4" fmla="*/ 0 w 9749048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8972 h 6607454"/>
              <a:gd name="connsiteX4" fmla="*/ 0 w 9749048"/>
              <a:gd name="connsiteY4" fmla="*/ 0 h 6607454"/>
              <a:gd name="connsiteX0" fmla="*/ 0 w 9734116"/>
              <a:gd name="connsiteY0" fmla="*/ 0 h 6607454"/>
              <a:gd name="connsiteX1" fmla="*/ 4740483 w 9734116"/>
              <a:gd name="connsiteY1" fmla="*/ 6607454 h 6607454"/>
              <a:gd name="connsiteX2" fmla="*/ 9734116 w 9734116"/>
              <a:gd name="connsiteY2" fmla="*/ 2389179 h 6607454"/>
              <a:gd name="connsiteX3" fmla="*/ 9699391 w 9734116"/>
              <a:gd name="connsiteY3" fmla="*/ 69321 h 6607454"/>
              <a:gd name="connsiteX4" fmla="*/ 0 w 9734116"/>
              <a:gd name="connsiteY4" fmla="*/ 0 h 6607454"/>
              <a:gd name="connsiteX0" fmla="*/ 0 w 9734116"/>
              <a:gd name="connsiteY0" fmla="*/ 7490 h 6614944"/>
              <a:gd name="connsiteX1" fmla="*/ 4740483 w 9734116"/>
              <a:gd name="connsiteY1" fmla="*/ 6614944 h 6614944"/>
              <a:gd name="connsiteX2" fmla="*/ 9734116 w 9734116"/>
              <a:gd name="connsiteY2" fmla="*/ 2396669 h 6614944"/>
              <a:gd name="connsiteX3" fmla="*/ 9732319 w 9734116"/>
              <a:gd name="connsiteY3" fmla="*/ 0 h 6614944"/>
              <a:gd name="connsiteX4" fmla="*/ 0 w 9734116"/>
              <a:gd name="connsiteY4" fmla="*/ 7490 h 66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4116" h="6614944">
                <a:moveTo>
                  <a:pt x="0" y="7490"/>
                </a:moveTo>
                <a:lnTo>
                  <a:pt x="4740483" y="6614944"/>
                </a:lnTo>
                <a:lnTo>
                  <a:pt x="9734116" y="2396669"/>
                </a:lnTo>
                <a:cubicBezTo>
                  <a:pt x="9731311" y="1457745"/>
                  <a:pt x="9735124" y="938924"/>
                  <a:pt x="9732319" y="0"/>
                </a:cubicBezTo>
                <a:lnTo>
                  <a:pt x="0" y="7490"/>
                </a:lnTo>
                <a:close/>
              </a:path>
            </a:pathLst>
          </a:custGeom>
          <a:solidFill>
            <a:srgbClr val="FF4D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856047" y="5935979"/>
            <a:ext cx="342765" cy="92202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9" name="Freeform: Shape 8"/>
          <p:cNvSpPr/>
          <p:nvPr userDrawn="1"/>
        </p:nvSpPr>
        <p:spPr>
          <a:xfrm>
            <a:off x="1891576" y="-883"/>
            <a:ext cx="4485778" cy="935421"/>
          </a:xfrm>
          <a:custGeom>
            <a:avLst/>
            <a:gdLst>
              <a:gd name="connsiteX0" fmla="*/ 0 w 6664960"/>
              <a:gd name="connsiteY0" fmla="*/ 0 h 1471168"/>
              <a:gd name="connsiteX1" fmla="*/ 365760 w 6664960"/>
              <a:gd name="connsiteY1" fmla="*/ 0 h 1471168"/>
              <a:gd name="connsiteX2" fmla="*/ 6421120 w 6664960"/>
              <a:gd name="connsiteY2" fmla="*/ 1125728 h 1471168"/>
              <a:gd name="connsiteX3" fmla="*/ 6664960 w 6664960"/>
              <a:gd name="connsiteY3" fmla="*/ 1471168 h 1471168"/>
              <a:gd name="connsiteX4" fmla="*/ 0 w 6664960"/>
              <a:gd name="connsiteY4" fmla="*/ 0 h 1471168"/>
              <a:gd name="connsiteX0" fmla="*/ 0 w 6715760"/>
              <a:gd name="connsiteY0" fmla="*/ 0 h 1471168"/>
              <a:gd name="connsiteX1" fmla="*/ 416560 w 6715760"/>
              <a:gd name="connsiteY1" fmla="*/ 0 h 1471168"/>
              <a:gd name="connsiteX2" fmla="*/ 6471920 w 6715760"/>
              <a:gd name="connsiteY2" fmla="*/ 1125728 h 1471168"/>
              <a:gd name="connsiteX3" fmla="*/ 6715760 w 6715760"/>
              <a:gd name="connsiteY3" fmla="*/ 1471168 h 1471168"/>
              <a:gd name="connsiteX4" fmla="*/ 0 w 6715760"/>
              <a:gd name="connsiteY4" fmla="*/ 0 h 1471168"/>
              <a:gd name="connsiteX0" fmla="*/ 0 w 6742497"/>
              <a:gd name="connsiteY0" fmla="*/ 0 h 1471168"/>
              <a:gd name="connsiteX1" fmla="*/ 443297 w 6742497"/>
              <a:gd name="connsiteY1" fmla="*/ 0 h 1471168"/>
              <a:gd name="connsiteX2" fmla="*/ 6498657 w 6742497"/>
              <a:gd name="connsiteY2" fmla="*/ 1125728 h 1471168"/>
              <a:gd name="connsiteX3" fmla="*/ 6742497 w 6742497"/>
              <a:gd name="connsiteY3" fmla="*/ 1471168 h 1471168"/>
              <a:gd name="connsiteX4" fmla="*/ 0 w 6742497"/>
              <a:gd name="connsiteY4" fmla="*/ 0 h 1471168"/>
              <a:gd name="connsiteX0" fmla="*/ 0 w 6704397"/>
              <a:gd name="connsiteY0" fmla="*/ 0 h 1409936"/>
              <a:gd name="connsiteX1" fmla="*/ 443297 w 6704397"/>
              <a:gd name="connsiteY1" fmla="*/ 0 h 1409936"/>
              <a:gd name="connsiteX2" fmla="*/ 6498657 w 6704397"/>
              <a:gd name="connsiteY2" fmla="*/ 1125728 h 1409936"/>
              <a:gd name="connsiteX3" fmla="*/ 6704397 w 6704397"/>
              <a:gd name="connsiteY3" fmla="*/ 1409936 h 1409936"/>
              <a:gd name="connsiteX4" fmla="*/ 0 w 6704397"/>
              <a:gd name="connsiteY4" fmla="*/ 0 h 1409936"/>
              <a:gd name="connsiteX0" fmla="*/ 0 w 6728889"/>
              <a:gd name="connsiteY0" fmla="*/ 0 h 1409936"/>
              <a:gd name="connsiteX1" fmla="*/ 467789 w 6728889"/>
              <a:gd name="connsiteY1" fmla="*/ 0 h 1409936"/>
              <a:gd name="connsiteX2" fmla="*/ 6523149 w 6728889"/>
              <a:gd name="connsiteY2" fmla="*/ 1125728 h 1409936"/>
              <a:gd name="connsiteX3" fmla="*/ 6728889 w 6728889"/>
              <a:gd name="connsiteY3" fmla="*/ 1409936 h 1409936"/>
              <a:gd name="connsiteX4" fmla="*/ 0 w 6728889"/>
              <a:gd name="connsiteY4" fmla="*/ 0 h 1409936"/>
              <a:gd name="connsiteX0" fmla="*/ 0 w 6711200"/>
              <a:gd name="connsiteY0" fmla="*/ 4082 h 1409936"/>
              <a:gd name="connsiteX1" fmla="*/ 450100 w 6711200"/>
              <a:gd name="connsiteY1" fmla="*/ 0 h 1409936"/>
              <a:gd name="connsiteX2" fmla="*/ 6505460 w 6711200"/>
              <a:gd name="connsiteY2" fmla="*/ 1125728 h 1409936"/>
              <a:gd name="connsiteX3" fmla="*/ 6711200 w 6711200"/>
              <a:gd name="connsiteY3" fmla="*/ 1409936 h 1409936"/>
              <a:gd name="connsiteX4" fmla="*/ 0 w 6711200"/>
              <a:gd name="connsiteY4" fmla="*/ 4082 h 1409936"/>
              <a:gd name="connsiteX0" fmla="*/ 0 w 6724807"/>
              <a:gd name="connsiteY0" fmla="*/ 10885 h 1409936"/>
              <a:gd name="connsiteX1" fmla="*/ 463707 w 6724807"/>
              <a:gd name="connsiteY1" fmla="*/ 0 h 1409936"/>
              <a:gd name="connsiteX2" fmla="*/ 6519067 w 6724807"/>
              <a:gd name="connsiteY2" fmla="*/ 1125728 h 1409936"/>
              <a:gd name="connsiteX3" fmla="*/ 6724807 w 6724807"/>
              <a:gd name="connsiteY3" fmla="*/ 1409936 h 1409936"/>
              <a:gd name="connsiteX4" fmla="*/ 0 w 6724807"/>
              <a:gd name="connsiteY4" fmla="*/ 10885 h 1409936"/>
              <a:gd name="connsiteX0" fmla="*/ 0 w 6724807"/>
              <a:gd name="connsiteY0" fmla="*/ 4081 h 1403132"/>
              <a:gd name="connsiteX1" fmla="*/ 477314 w 6724807"/>
              <a:gd name="connsiteY1" fmla="*/ 0 h 1403132"/>
              <a:gd name="connsiteX2" fmla="*/ 6519067 w 6724807"/>
              <a:gd name="connsiteY2" fmla="*/ 1118924 h 1403132"/>
              <a:gd name="connsiteX3" fmla="*/ 6724807 w 6724807"/>
              <a:gd name="connsiteY3" fmla="*/ 1403132 h 1403132"/>
              <a:gd name="connsiteX4" fmla="*/ 0 w 6724807"/>
              <a:gd name="connsiteY4" fmla="*/ 4081 h 140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4807" h="1403132">
                <a:moveTo>
                  <a:pt x="0" y="4081"/>
                </a:moveTo>
                <a:lnTo>
                  <a:pt x="477314" y="0"/>
                </a:lnTo>
                <a:lnTo>
                  <a:pt x="6519067" y="1118924"/>
                </a:lnTo>
                <a:lnTo>
                  <a:pt x="6724807" y="1403132"/>
                </a:lnTo>
                <a:lnTo>
                  <a:pt x="0" y="4081"/>
                </a:lnTo>
                <a:close/>
              </a:path>
            </a:pathLst>
          </a:custGeom>
          <a:solidFill>
            <a:srgbClr val="FF7D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44" tIns="30472" rIns="60944" bIns="304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2113110"/>
            <a:ext cx="5702946" cy="42689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</a:t>
            </a:r>
            <a:r>
              <a:rPr lang="en-US" err="1"/>
              <a:t>Roboto</a:t>
            </a:r>
            <a:r>
              <a:rPr lang="en-US"/>
              <a:t>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3103006"/>
            <a:ext cx="7339764" cy="15745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920181"/>
            <a:ext cx="6400800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</a:t>
            </a:r>
            <a:r>
              <a:rPr lang="en-US" err="1"/>
              <a:t>Roboto</a:t>
            </a:r>
            <a:r>
              <a:rPr lang="en-US"/>
              <a:t> Regular 21 Point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160547" y="5289435"/>
            <a:ext cx="6400800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</a:t>
            </a:r>
            <a:r>
              <a:rPr lang="en-US" err="1"/>
              <a:t>Roboto</a:t>
            </a:r>
            <a:r>
              <a:rPr lang="en-US"/>
              <a:t> Italic 21 Point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2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6000">
                <a:schemeClr val="accent2"/>
              </a:gs>
              <a:gs pos="0">
                <a:schemeClr val="accent1"/>
              </a:gs>
            </a:gsLst>
            <a:lin ang="16200000" scaled="1"/>
          </a:gradFill>
        </p:spPr>
      </p:pic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89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4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5" y="545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09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rgbClr val="FF4D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1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rgbClr val="FF4D0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latin typeface="+mj-lt"/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54 </a:t>
            </a:r>
            <a:r>
              <a:rPr lang="en-US" err="1"/>
              <a:t>pt</a:t>
            </a:r>
            <a:r>
              <a:rPr lang="en-US"/>
              <a:t> – up to three lines.</a:t>
            </a:r>
          </a:p>
        </p:txBody>
      </p:sp>
    </p:spTree>
    <p:extLst>
      <p:ext uri="{BB962C8B-B14F-4D97-AF65-F5344CB8AC3E}">
        <p14:creationId xmlns:p14="http://schemas.microsoft.com/office/powerpoint/2010/main" val="224711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ight Triangle 15"/>
          <p:cNvSpPr/>
          <p:nvPr userDrawn="1"/>
        </p:nvSpPr>
        <p:spPr>
          <a:xfrm rot="16200000">
            <a:off x="11261306" y="5930479"/>
            <a:ext cx="1313572" cy="541469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/>
          <p:cNvSpPr/>
          <p:nvPr userDrawn="1"/>
        </p:nvSpPr>
        <p:spPr>
          <a:xfrm rot="10800000">
            <a:off x="9585960" y="0"/>
            <a:ext cx="2602865" cy="2217420"/>
          </a:xfrm>
          <a:prstGeom prst="rtTriangle">
            <a:avLst/>
          </a:prstGeom>
          <a:solidFill>
            <a:srgbClr val="FF4D0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0" y="0"/>
            <a:ext cx="10367594" cy="6858000"/>
          </a:xfrm>
          <a:custGeom>
            <a:avLst/>
            <a:gdLst>
              <a:gd name="connsiteX0" fmla="*/ 0 w 10367594"/>
              <a:gd name="connsiteY0" fmla="*/ 0 h 6858000"/>
              <a:gd name="connsiteX1" fmla="*/ 10367594 w 10367594"/>
              <a:gd name="connsiteY1" fmla="*/ 0 h 6858000"/>
              <a:gd name="connsiteX2" fmla="*/ 3509594 w 10367594"/>
              <a:gd name="connsiteY2" fmla="*/ 6858000 h 6858000"/>
              <a:gd name="connsiteX3" fmla="*/ 1520714 w 10367594"/>
              <a:gd name="connsiteY3" fmla="*/ 6858000 h 6858000"/>
              <a:gd name="connsiteX4" fmla="*/ 0 w 10367594"/>
              <a:gd name="connsiteY4" fmla="*/ 554442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7594" h="6858000">
                <a:moveTo>
                  <a:pt x="0" y="0"/>
                </a:moveTo>
                <a:lnTo>
                  <a:pt x="10367594" y="0"/>
                </a:lnTo>
                <a:lnTo>
                  <a:pt x="3509594" y="6858000"/>
                </a:lnTo>
                <a:lnTo>
                  <a:pt x="1520714" y="6858000"/>
                </a:lnTo>
                <a:lnTo>
                  <a:pt x="0" y="5544428"/>
                </a:lnTo>
                <a:close/>
              </a:path>
            </a:pathLst>
          </a:custGeom>
          <a:solidFill>
            <a:srgbClr val="F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>
            <a:off x="0" y="5544428"/>
            <a:ext cx="1523890" cy="1313572"/>
          </a:xfrm>
          <a:custGeom>
            <a:avLst/>
            <a:gdLst>
              <a:gd name="connsiteX0" fmla="*/ 3176 w 1523890"/>
              <a:gd name="connsiteY0" fmla="*/ 0 h 1313572"/>
              <a:gd name="connsiteX1" fmla="*/ 1523890 w 1523890"/>
              <a:gd name="connsiteY1" fmla="*/ 1313572 h 1313572"/>
              <a:gd name="connsiteX2" fmla="*/ 0 w 1523890"/>
              <a:gd name="connsiteY2" fmla="*/ 420643 h 1313572"/>
              <a:gd name="connsiteX3" fmla="*/ 0 w 1523890"/>
              <a:gd name="connsiteY3" fmla="*/ 17461 h 1313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890" h="1313572">
                <a:moveTo>
                  <a:pt x="3176" y="0"/>
                </a:moveTo>
                <a:lnTo>
                  <a:pt x="1523890" y="1313572"/>
                </a:lnTo>
                <a:lnTo>
                  <a:pt x="0" y="420643"/>
                </a:lnTo>
                <a:lnTo>
                  <a:pt x="0" y="17461"/>
                </a:lnTo>
                <a:close/>
              </a:path>
            </a:pathLst>
          </a:custGeom>
          <a:solidFill>
            <a:srgbClr val="FF4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60547" y="888999"/>
            <a:ext cx="5394648" cy="40799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4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Text here, </a:t>
            </a:r>
            <a:r>
              <a:rPr lang="en-US" err="1"/>
              <a:t>Roboto</a:t>
            </a:r>
            <a:r>
              <a:rPr lang="en-US"/>
              <a:t> Regular 24 point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5975"/>
            <a:ext cx="5394648" cy="17768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400" b="0" i="0" baseline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Title Here, </a:t>
            </a:r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60547" y="4000307"/>
            <a:ext cx="3497769" cy="11725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Subtitle here, </a:t>
            </a:r>
            <a:r>
              <a:rPr lang="en-US" err="1"/>
              <a:t>Roboto</a:t>
            </a:r>
            <a:r>
              <a:rPr lang="en-US"/>
              <a:t> Regular 28 point</a:t>
            </a:r>
          </a:p>
        </p:txBody>
      </p:sp>
    </p:spTree>
    <p:extLst>
      <p:ext uri="{BB962C8B-B14F-4D97-AF65-F5344CB8AC3E}">
        <p14:creationId xmlns:p14="http://schemas.microsoft.com/office/powerpoint/2010/main" val="651717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11603698" y="0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6"/>
            <a:ext cx="9520153" cy="3474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</p:spTree>
    <p:extLst>
      <p:ext uri="{BB962C8B-B14F-4D97-AF65-F5344CB8AC3E}">
        <p14:creationId xmlns:p14="http://schemas.microsoft.com/office/powerpoint/2010/main" val="3563983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1160547" y="2063006"/>
            <a:ext cx="9520153" cy="3474194"/>
          </a:xfrm>
        </p:spPr>
        <p:txBody>
          <a:bodyPr/>
          <a:lstStyle>
            <a:lvl1pPr marL="0" indent="0">
              <a:buNone/>
              <a:defRPr sz="5400" b="0" i="0"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 err="1"/>
              <a:t>Roboto</a:t>
            </a:r>
            <a:r>
              <a:rPr lang="en-US"/>
              <a:t> Light 54 point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7" name="Right Triangle 6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1" name="Right Triangle 10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697563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735053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588" y="1854200"/>
            <a:ext cx="10660062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00" y="6197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8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4258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Header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11" name="Right Triangle 10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66485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17530" y="1854199"/>
            <a:ext cx="1066011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20 point, no longer than one line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5" name="Right Triangle 14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Triangle 15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1017588" y="2290762"/>
            <a:ext cx="10660062" cy="3714751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14086629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10667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88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557011" y="1854200"/>
            <a:ext cx="5120640" cy="4165600"/>
          </a:xfrm>
        </p:spPr>
        <p:txBody>
          <a:bodyPr/>
          <a:lstStyle/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</p:spTree>
    <p:extLst>
      <p:ext uri="{BB962C8B-B14F-4D97-AF65-F5344CB8AC3E}">
        <p14:creationId xmlns:p14="http://schemas.microsoft.com/office/powerpoint/2010/main" val="789497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416919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0" name="Right Triangle 9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946527" y="1716140"/>
            <a:ext cx="2718840" cy="297338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latin typeface="Roboto" charset="0"/>
                <a:ea typeface="Roboto" charset="0"/>
                <a:cs typeface="Roboto" charset="0"/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97642" y="1854200"/>
            <a:ext cx="6219384" cy="111924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buNone/>
              <a:defRPr sz="40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</a:lstStyle>
          <a:p>
            <a:pPr lvl="0"/>
            <a:r>
              <a:rPr lang="en-US"/>
              <a:t>Presenter’s Name goes here, </a:t>
            </a:r>
            <a:r>
              <a:rPr lang="en-US" err="1"/>
              <a:t>Roboto</a:t>
            </a:r>
            <a:r>
              <a:rPr lang="en-US"/>
              <a:t> Light 40 point</a:t>
            </a:r>
          </a:p>
        </p:txBody>
      </p:sp>
      <p:sp>
        <p:nvSpPr>
          <p:cNvPr id="1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5205334" y="3110084"/>
            <a:ext cx="6224666" cy="815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Title goes here, </a:t>
            </a: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  <p:sp>
        <p:nvSpPr>
          <p:cNvPr id="17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5205334" y="3925222"/>
            <a:ext cx="6224666" cy="7643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243779" indent="0">
              <a:buNone/>
              <a:defRPr>
                <a:solidFill>
                  <a:schemeClr val="bg1"/>
                </a:solidFill>
              </a:defRPr>
            </a:lvl2pPr>
            <a:lvl3pPr marL="487558" indent="0">
              <a:buNone/>
              <a:defRPr>
                <a:solidFill>
                  <a:schemeClr val="bg1"/>
                </a:solidFill>
              </a:defRPr>
            </a:lvl3pPr>
            <a:lvl4pPr marL="1828343" indent="0">
              <a:buNone/>
              <a:defRPr>
                <a:solidFill>
                  <a:schemeClr val="bg1"/>
                </a:solidFill>
              </a:defRPr>
            </a:lvl4pPr>
            <a:lvl5pPr marL="243779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Presenter’s email/contact info goes here, </a:t>
            </a:r>
            <a:br>
              <a:rPr lang="en-US"/>
            </a:br>
            <a:r>
              <a:rPr lang="en-US" err="1"/>
              <a:t>Roboto</a:t>
            </a:r>
            <a:r>
              <a:rPr lang="en-US"/>
              <a:t> Regular, 20 point</a:t>
            </a:r>
          </a:p>
        </p:txBody>
      </p:sp>
    </p:spTree>
    <p:extLst>
      <p:ext uri="{BB962C8B-B14F-4D97-AF65-F5344CB8AC3E}">
        <p14:creationId xmlns:p14="http://schemas.microsoft.com/office/powerpoint/2010/main" val="2693807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4420" y="6006041"/>
            <a:ext cx="2464597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57201"/>
            <a:ext cx="11195177" cy="1047748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points, can span two lines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1017530" y="1854200"/>
            <a:ext cx="10107670" cy="38324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100" i="1" baseline="0"/>
            </a:lvl1pPr>
            <a:lvl2pPr marL="169863" indent="0" algn="r">
              <a:spcAft>
                <a:spcPts val="0"/>
              </a:spcAft>
              <a:buNone/>
              <a:defRPr sz="1400" b="1" i="0" baseline="0">
                <a:solidFill>
                  <a:schemeClr val="accent1"/>
                </a:solidFill>
                <a:latin typeface="Roboto" charset="0"/>
                <a:ea typeface="Roboto" charset="0"/>
                <a:cs typeface="Roboto" charset="0"/>
              </a:defRPr>
            </a:lvl2pPr>
          </a:lstStyle>
          <a:p>
            <a:pPr lvl="0"/>
            <a:r>
              <a:rPr lang="en-US"/>
              <a:t>Quote goes here, </a:t>
            </a:r>
            <a:r>
              <a:rPr lang="en-US" err="1"/>
              <a:t>Roboto</a:t>
            </a:r>
            <a:r>
              <a:rPr lang="en-US"/>
              <a:t> Italic, size can be increased depending on length of quote</a:t>
            </a:r>
          </a:p>
          <a:p>
            <a:pPr lvl="1"/>
            <a:r>
              <a:rPr lang="en-US"/>
              <a:t>Attribution goes here, </a:t>
            </a:r>
            <a:r>
              <a:rPr lang="en-US" err="1"/>
              <a:t>Roboto</a:t>
            </a:r>
            <a:r>
              <a:rPr lang="en-US"/>
              <a:t> Bold 14 point</a:t>
            </a:r>
          </a:p>
        </p:txBody>
      </p:sp>
    </p:spTree>
    <p:extLst>
      <p:ext uri="{BB962C8B-B14F-4D97-AF65-F5344CB8AC3E}">
        <p14:creationId xmlns:p14="http://schemas.microsoft.com/office/powerpoint/2010/main" val="2698721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/Subtitle/Headlines &amp; 2-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H="1" flipV="1">
            <a:off x="11603698" y="-1"/>
            <a:ext cx="585127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474" y="482602"/>
            <a:ext cx="11195177" cy="56242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5BDB60F-DCDA-4FA8-AFD2-4EF745C792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308" y="1147981"/>
            <a:ext cx="11183937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27113" y="2290762"/>
            <a:ext cx="5068887" cy="37290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7151" y="1854199"/>
            <a:ext cx="506726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Headline, Roboto 20 point bold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2F76E5E-F799-4651-BEAE-F9087B98CD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1019" y="2290762"/>
            <a:ext cx="5466632" cy="37290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15CEF1-A7FF-4442-88D8-7F20DA48ADC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11019" y="1854199"/>
            <a:ext cx="5484094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2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20 point bold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DBF31F-B2A6-46A8-A8DF-757C9B83724C}"/>
              </a:ext>
            </a:extLst>
          </p:cNvPr>
          <p:cNvGrpSpPr/>
          <p:nvPr/>
        </p:nvGrpSpPr>
        <p:grpSpPr>
          <a:xfrm>
            <a:off x="-2141" y="2692400"/>
            <a:ext cx="2681841" cy="4165600"/>
            <a:chOff x="-2141" y="2692400"/>
            <a:chExt cx="2681841" cy="4165600"/>
          </a:xfrm>
        </p:grpSpPr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665E3932-8847-406B-8673-1AB6E7E0C689}"/>
                </a:ext>
              </a:extLst>
            </p:cNvPr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ight Triangle 39">
              <a:extLst>
                <a:ext uri="{FF2B5EF4-FFF2-40B4-BE49-F238E27FC236}">
                  <a16:creationId xmlns:a16="http://schemas.microsoft.com/office/drawing/2014/main" id="{8BCEA0AA-827B-4741-B47D-AC893583D56C}"/>
                </a:ext>
              </a:extLst>
            </p:cNvPr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5528CA7-31B3-4290-8E8B-1E3E3562E906}"/>
              </a:ext>
            </a:extLst>
          </p:cNvPr>
          <p:cNvSpPr txBox="1"/>
          <p:nvPr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83AF2C-00A5-4EEE-9565-3DF3EA952EEC}"/>
              </a:ext>
            </a:extLst>
          </p:cNvPr>
          <p:cNvSpPr txBox="1"/>
          <p:nvPr/>
        </p:nvSpPr>
        <p:spPr>
          <a:xfrm>
            <a:off x="1017530" y="6359524"/>
            <a:ext cx="3117657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B87D99-2D97-4A3F-AB8F-AEF776CAAF3C}"/>
              </a:ext>
            </a:extLst>
          </p:cNvPr>
          <p:cNvSpPr txBox="1"/>
          <p:nvPr/>
        </p:nvSpPr>
        <p:spPr>
          <a:xfrm>
            <a:off x="502034" y="6359524"/>
            <a:ext cx="413896" cy="208701"/>
          </a:xfrm>
          <a:prstGeom prst="rect">
            <a:avLst/>
          </a:prstGeom>
        </p:spPr>
        <p:txBody>
          <a:bodyPr lIns="0" tIns="0" rIns="0" bIns="9144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200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200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FA2D62-F8B0-D646-956F-5CEE165645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0616" y="6007608"/>
            <a:ext cx="2478024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5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88824" cy="6856215"/>
          </a:xfrm>
          <a:prstGeom prst="rect">
            <a:avLst/>
          </a:prstGeom>
          <a:gradFill>
            <a:gsLst>
              <a:gs pos="0">
                <a:schemeClr val="accent1"/>
              </a:gs>
              <a:gs pos="16000">
                <a:schemeClr val="accent2"/>
              </a:gs>
              <a:gs pos="0">
                <a:schemeClr val="accent1"/>
              </a:gs>
            </a:gsLst>
            <a:lin ang="16200000" scaled="1"/>
          </a:gradFill>
        </p:spPr>
      </p:pic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90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5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7" y="546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10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-744" y="-1787"/>
            <a:ext cx="12193513" cy="6859787"/>
          </a:xfrm>
          <a:prstGeom prst="rect">
            <a:avLst/>
          </a:prstGeo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0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8" y="2063007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7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4096194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824" cy="6858000"/>
          </a:xfrm>
          <a:prstGeom prst="rect">
            <a:avLst/>
          </a:prstGeom>
        </p:spPr>
      </p:pic>
      <p:sp>
        <p:nvSpPr>
          <p:cNvPr id="6" name="Freeform 5"/>
          <p:cNvSpPr>
            <a:spLocks/>
          </p:cNvSpPr>
          <p:nvPr userDrawn="1"/>
        </p:nvSpPr>
        <p:spPr bwMode="auto">
          <a:xfrm>
            <a:off x="6885184" y="5000316"/>
            <a:ext cx="2699432" cy="1857685"/>
          </a:xfrm>
          <a:custGeom>
            <a:avLst/>
            <a:gdLst>
              <a:gd name="T0" fmla="*/ 0 w 3707"/>
              <a:gd name="T1" fmla="*/ 2548 h 2548"/>
              <a:gd name="T2" fmla="*/ 3707 w 3707"/>
              <a:gd name="T3" fmla="*/ 0 h 2548"/>
              <a:gd name="T4" fmla="*/ 3343 w 3707"/>
              <a:gd name="T5" fmla="*/ 2538 h 2548"/>
              <a:gd name="T6" fmla="*/ 0 w 3707"/>
              <a:gd name="T7" fmla="*/ 2548 h 2548"/>
              <a:gd name="connsiteX0" fmla="*/ 0 w 10000"/>
              <a:gd name="connsiteY0" fmla="*/ 10000 h 10000"/>
              <a:gd name="connsiteX1" fmla="*/ 10000 w 10000"/>
              <a:gd name="connsiteY1" fmla="*/ 0 h 10000"/>
              <a:gd name="connsiteX2" fmla="*/ 9018 w 10000"/>
              <a:gd name="connsiteY2" fmla="*/ 9984 h 10000"/>
              <a:gd name="connsiteX3" fmla="*/ 0 w 10000"/>
              <a:gd name="connsiteY3" fmla="*/ 10000 h 10000"/>
              <a:gd name="connsiteX0" fmla="*/ 0 w 10024"/>
              <a:gd name="connsiteY0" fmla="*/ 9877 h 9877"/>
              <a:gd name="connsiteX1" fmla="*/ 10024 w 10024"/>
              <a:gd name="connsiteY1" fmla="*/ 0 h 9877"/>
              <a:gd name="connsiteX2" fmla="*/ 9018 w 10024"/>
              <a:gd name="connsiteY2" fmla="*/ 9861 h 9877"/>
              <a:gd name="connsiteX3" fmla="*/ 0 w 10024"/>
              <a:gd name="connsiteY3" fmla="*/ 9877 h 9877"/>
              <a:gd name="connsiteX0" fmla="*/ 0 w 9974"/>
              <a:gd name="connsiteY0" fmla="*/ 10132 h 10132"/>
              <a:gd name="connsiteX1" fmla="*/ 9974 w 9974"/>
              <a:gd name="connsiteY1" fmla="*/ 0 h 10132"/>
              <a:gd name="connsiteX2" fmla="*/ 8996 w 9974"/>
              <a:gd name="connsiteY2" fmla="*/ 10116 h 10132"/>
              <a:gd name="connsiteX3" fmla="*/ 0 w 9974"/>
              <a:gd name="connsiteY3" fmla="*/ 10132 h 1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4" h="10132">
                <a:moveTo>
                  <a:pt x="0" y="10132"/>
                </a:moveTo>
                <a:lnTo>
                  <a:pt x="9974" y="0"/>
                </a:lnTo>
                <a:cubicBezTo>
                  <a:pt x="9648" y="3369"/>
                  <a:pt x="9323" y="6746"/>
                  <a:pt x="8996" y="10116"/>
                </a:cubicBezTo>
                <a:lnTo>
                  <a:pt x="0" y="10132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60928" tIns="30464" rIns="60928" bIns="30464" numCol="1" anchor="t" anchorCtr="0" compatLnSpc="1">
            <a:prstTxWarp prst="textNoShape">
              <a:avLst/>
            </a:prstTxWarp>
          </a:bodyPr>
          <a:lstStyle/>
          <a:p>
            <a:r>
              <a:rPr lang="en-US" sz="1200">
                <a:solidFill>
                  <a:srgbClr val="373737"/>
                </a:solidFill>
              </a:rPr>
              <a:t>`</a:t>
            </a:r>
          </a:p>
        </p:txBody>
      </p:sp>
      <p:sp>
        <p:nvSpPr>
          <p:cNvPr id="18" name="Freeform 17"/>
          <p:cNvSpPr/>
          <p:nvPr userDrawn="1"/>
        </p:nvSpPr>
        <p:spPr>
          <a:xfrm>
            <a:off x="-9985" y="1610"/>
            <a:ext cx="9595159" cy="6865103"/>
          </a:xfrm>
          <a:custGeom>
            <a:avLst/>
            <a:gdLst>
              <a:gd name="connsiteX0" fmla="*/ 0 w 9595159"/>
              <a:gd name="connsiteY0" fmla="*/ 0 h 6865102"/>
              <a:gd name="connsiteX1" fmla="*/ 1927239 w 9595159"/>
              <a:gd name="connsiteY1" fmla="*/ 0 h 6865102"/>
              <a:gd name="connsiteX2" fmla="*/ 6715756 w 9595159"/>
              <a:gd name="connsiteY2" fmla="*/ 997734 h 6865102"/>
              <a:gd name="connsiteX3" fmla="*/ 9595159 w 9595159"/>
              <a:gd name="connsiteY3" fmla="*/ 4998284 h 6865102"/>
              <a:gd name="connsiteX4" fmla="*/ 7522445 w 9595159"/>
              <a:gd name="connsiteY4" fmla="*/ 6859281 h 6865102"/>
              <a:gd name="connsiteX5" fmla="*/ 0 w 9595159"/>
              <a:gd name="connsiteY5" fmla="*/ 6865102 h 6865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95159" h="6865102">
                <a:moveTo>
                  <a:pt x="0" y="0"/>
                </a:moveTo>
                <a:lnTo>
                  <a:pt x="1927239" y="0"/>
                </a:lnTo>
                <a:lnTo>
                  <a:pt x="6715756" y="997734"/>
                </a:lnTo>
                <a:lnTo>
                  <a:pt x="9595159" y="4998284"/>
                </a:lnTo>
                <a:lnTo>
                  <a:pt x="7522445" y="6859281"/>
                </a:lnTo>
                <a:lnTo>
                  <a:pt x="0" y="68651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7" name="Freeform: Shape 6"/>
          <p:cNvSpPr/>
          <p:nvPr userDrawn="1"/>
        </p:nvSpPr>
        <p:spPr>
          <a:xfrm>
            <a:off x="5703607" y="-4994"/>
            <a:ext cx="6487721" cy="4409963"/>
          </a:xfrm>
          <a:custGeom>
            <a:avLst/>
            <a:gdLst>
              <a:gd name="connsiteX0" fmla="*/ 0 w 9236676"/>
              <a:gd name="connsiteY0" fmla="*/ 0 h 6573795"/>
              <a:gd name="connsiteX1" fmla="*/ 4726459 w 9236676"/>
              <a:gd name="connsiteY1" fmla="*/ 6573795 h 6573795"/>
              <a:gd name="connsiteX2" fmla="*/ 9236676 w 9236676"/>
              <a:gd name="connsiteY2" fmla="*/ 2823519 h 6573795"/>
              <a:gd name="connsiteX3" fmla="*/ 9236676 w 9236676"/>
              <a:gd name="connsiteY3" fmla="*/ 12357 h 6573795"/>
              <a:gd name="connsiteX4" fmla="*/ 0 w 9236676"/>
              <a:gd name="connsiteY4" fmla="*/ 0 h 6573795"/>
              <a:gd name="connsiteX0" fmla="*/ 0 w 9236676"/>
              <a:gd name="connsiteY0" fmla="*/ 0 h 6326963"/>
              <a:gd name="connsiteX1" fmla="*/ 4824631 w 9236676"/>
              <a:gd name="connsiteY1" fmla="*/ 6326963 h 6326963"/>
              <a:gd name="connsiteX2" fmla="*/ 9236676 w 9236676"/>
              <a:gd name="connsiteY2" fmla="*/ 2823519 h 6326963"/>
              <a:gd name="connsiteX3" fmla="*/ 9236676 w 9236676"/>
              <a:gd name="connsiteY3" fmla="*/ 12357 h 6326963"/>
              <a:gd name="connsiteX4" fmla="*/ 0 w 9236676"/>
              <a:gd name="connsiteY4" fmla="*/ 0 h 6326963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36676 w 9236676"/>
              <a:gd name="connsiteY3" fmla="*/ 12357 h 6607454"/>
              <a:gd name="connsiteX4" fmla="*/ 0 w 9236676"/>
              <a:gd name="connsiteY4" fmla="*/ 0 h 6607454"/>
              <a:gd name="connsiteX0" fmla="*/ 0 w 9236676"/>
              <a:gd name="connsiteY0" fmla="*/ 35327 h 6642781"/>
              <a:gd name="connsiteX1" fmla="*/ 4726459 w 9236676"/>
              <a:gd name="connsiteY1" fmla="*/ 6642781 h 6642781"/>
              <a:gd name="connsiteX2" fmla="*/ 9236676 w 9236676"/>
              <a:gd name="connsiteY2" fmla="*/ 2858846 h 6642781"/>
              <a:gd name="connsiteX3" fmla="*/ 8956185 w 9236676"/>
              <a:gd name="connsiteY3" fmla="*/ 0 h 6642781"/>
              <a:gd name="connsiteX4" fmla="*/ 0 w 9236676"/>
              <a:gd name="connsiteY4" fmla="*/ 35327 h 6642781"/>
              <a:gd name="connsiteX0" fmla="*/ 0 w 9236676"/>
              <a:gd name="connsiteY0" fmla="*/ 0 h 6607454"/>
              <a:gd name="connsiteX1" fmla="*/ 4726459 w 9236676"/>
              <a:gd name="connsiteY1" fmla="*/ 6607454 h 6607454"/>
              <a:gd name="connsiteX2" fmla="*/ 9236676 w 9236676"/>
              <a:gd name="connsiteY2" fmla="*/ 2823519 h 6607454"/>
              <a:gd name="connsiteX3" fmla="*/ 9208627 w 9236676"/>
              <a:gd name="connsiteY3" fmla="*/ 6747 h 6607454"/>
              <a:gd name="connsiteX4" fmla="*/ 0 w 9236676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208627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83383 w 9217041"/>
              <a:gd name="connsiteY3" fmla="*/ 6747 h 6607454"/>
              <a:gd name="connsiteX4" fmla="*/ 0 w 9217041"/>
              <a:gd name="connsiteY4" fmla="*/ 0 h 6607454"/>
              <a:gd name="connsiteX0" fmla="*/ 0 w 9217041"/>
              <a:gd name="connsiteY0" fmla="*/ 0 h 6607454"/>
              <a:gd name="connsiteX1" fmla="*/ 4726459 w 9217041"/>
              <a:gd name="connsiteY1" fmla="*/ 6607454 h 6607454"/>
              <a:gd name="connsiteX2" fmla="*/ 9217041 w 9217041"/>
              <a:gd name="connsiteY2" fmla="*/ 2823519 h 6607454"/>
              <a:gd name="connsiteX3" fmla="*/ 9197407 w 9217041"/>
              <a:gd name="connsiteY3" fmla="*/ 6747 h 6607454"/>
              <a:gd name="connsiteX4" fmla="*/ 0 w 9217041"/>
              <a:gd name="connsiteY4" fmla="*/ 0 h 6607454"/>
              <a:gd name="connsiteX0" fmla="*/ 0 w 9231065"/>
              <a:gd name="connsiteY0" fmla="*/ 0 h 6607454"/>
              <a:gd name="connsiteX1" fmla="*/ 4740483 w 9231065"/>
              <a:gd name="connsiteY1" fmla="*/ 6607454 h 6607454"/>
              <a:gd name="connsiteX2" fmla="*/ 9231065 w 9231065"/>
              <a:gd name="connsiteY2" fmla="*/ 2823519 h 6607454"/>
              <a:gd name="connsiteX3" fmla="*/ 9211431 w 9231065"/>
              <a:gd name="connsiteY3" fmla="*/ 6747 h 6607454"/>
              <a:gd name="connsiteX4" fmla="*/ 0 w 9231065"/>
              <a:gd name="connsiteY4" fmla="*/ 0 h 6607454"/>
              <a:gd name="connsiteX0" fmla="*/ 0 w 9748791"/>
              <a:gd name="connsiteY0" fmla="*/ 0 h 6607454"/>
              <a:gd name="connsiteX1" fmla="*/ 4740483 w 9748791"/>
              <a:gd name="connsiteY1" fmla="*/ 6607454 h 6607454"/>
              <a:gd name="connsiteX2" fmla="*/ 9231065 w 9748791"/>
              <a:gd name="connsiteY2" fmla="*/ 2823519 h 6607454"/>
              <a:gd name="connsiteX3" fmla="*/ 9748781 w 9748791"/>
              <a:gd name="connsiteY3" fmla="*/ 18177 h 6607454"/>
              <a:gd name="connsiteX4" fmla="*/ 0 w 9748791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18177 h 6607454"/>
              <a:gd name="connsiteX4" fmla="*/ 0 w 9749048"/>
              <a:gd name="connsiteY4" fmla="*/ 0 h 6607454"/>
              <a:gd name="connsiteX0" fmla="*/ 0 w 9749048"/>
              <a:gd name="connsiteY0" fmla="*/ 0 h 6607454"/>
              <a:gd name="connsiteX1" fmla="*/ 4740483 w 9749048"/>
              <a:gd name="connsiteY1" fmla="*/ 6607454 h 6607454"/>
              <a:gd name="connsiteX2" fmla="*/ 9734116 w 9749048"/>
              <a:gd name="connsiteY2" fmla="*/ 2389179 h 6607454"/>
              <a:gd name="connsiteX3" fmla="*/ 9748781 w 9749048"/>
              <a:gd name="connsiteY3" fmla="*/ 8972 h 6607454"/>
              <a:gd name="connsiteX4" fmla="*/ 0 w 9749048"/>
              <a:gd name="connsiteY4" fmla="*/ 0 h 6607454"/>
              <a:gd name="connsiteX0" fmla="*/ 0 w 9734116"/>
              <a:gd name="connsiteY0" fmla="*/ 0 h 6607454"/>
              <a:gd name="connsiteX1" fmla="*/ 4740483 w 9734116"/>
              <a:gd name="connsiteY1" fmla="*/ 6607454 h 6607454"/>
              <a:gd name="connsiteX2" fmla="*/ 9734116 w 9734116"/>
              <a:gd name="connsiteY2" fmla="*/ 2389179 h 6607454"/>
              <a:gd name="connsiteX3" fmla="*/ 9699391 w 9734116"/>
              <a:gd name="connsiteY3" fmla="*/ 69321 h 6607454"/>
              <a:gd name="connsiteX4" fmla="*/ 0 w 9734116"/>
              <a:gd name="connsiteY4" fmla="*/ 0 h 6607454"/>
              <a:gd name="connsiteX0" fmla="*/ 0 w 9734116"/>
              <a:gd name="connsiteY0" fmla="*/ 7490 h 6614944"/>
              <a:gd name="connsiteX1" fmla="*/ 4740483 w 9734116"/>
              <a:gd name="connsiteY1" fmla="*/ 6614944 h 6614944"/>
              <a:gd name="connsiteX2" fmla="*/ 9734116 w 9734116"/>
              <a:gd name="connsiteY2" fmla="*/ 2396669 h 6614944"/>
              <a:gd name="connsiteX3" fmla="*/ 9732319 w 9734116"/>
              <a:gd name="connsiteY3" fmla="*/ 0 h 6614944"/>
              <a:gd name="connsiteX4" fmla="*/ 0 w 9734116"/>
              <a:gd name="connsiteY4" fmla="*/ 7490 h 66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34116" h="6614944">
                <a:moveTo>
                  <a:pt x="0" y="7490"/>
                </a:moveTo>
                <a:lnTo>
                  <a:pt x="4740483" y="6614944"/>
                </a:lnTo>
                <a:lnTo>
                  <a:pt x="9734116" y="2396669"/>
                </a:lnTo>
                <a:cubicBezTo>
                  <a:pt x="9731311" y="1457745"/>
                  <a:pt x="9735124" y="938924"/>
                  <a:pt x="9732319" y="0"/>
                </a:cubicBezTo>
                <a:lnTo>
                  <a:pt x="0" y="749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856049" y="5935980"/>
            <a:ext cx="342765" cy="922021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9" name="Freeform: Shape 8"/>
          <p:cNvSpPr/>
          <p:nvPr userDrawn="1"/>
        </p:nvSpPr>
        <p:spPr>
          <a:xfrm>
            <a:off x="1891575" y="-883"/>
            <a:ext cx="4485778" cy="935421"/>
          </a:xfrm>
          <a:custGeom>
            <a:avLst/>
            <a:gdLst>
              <a:gd name="connsiteX0" fmla="*/ 0 w 6664960"/>
              <a:gd name="connsiteY0" fmla="*/ 0 h 1471168"/>
              <a:gd name="connsiteX1" fmla="*/ 365760 w 6664960"/>
              <a:gd name="connsiteY1" fmla="*/ 0 h 1471168"/>
              <a:gd name="connsiteX2" fmla="*/ 6421120 w 6664960"/>
              <a:gd name="connsiteY2" fmla="*/ 1125728 h 1471168"/>
              <a:gd name="connsiteX3" fmla="*/ 6664960 w 6664960"/>
              <a:gd name="connsiteY3" fmla="*/ 1471168 h 1471168"/>
              <a:gd name="connsiteX4" fmla="*/ 0 w 6664960"/>
              <a:gd name="connsiteY4" fmla="*/ 0 h 1471168"/>
              <a:gd name="connsiteX0" fmla="*/ 0 w 6715760"/>
              <a:gd name="connsiteY0" fmla="*/ 0 h 1471168"/>
              <a:gd name="connsiteX1" fmla="*/ 416560 w 6715760"/>
              <a:gd name="connsiteY1" fmla="*/ 0 h 1471168"/>
              <a:gd name="connsiteX2" fmla="*/ 6471920 w 6715760"/>
              <a:gd name="connsiteY2" fmla="*/ 1125728 h 1471168"/>
              <a:gd name="connsiteX3" fmla="*/ 6715760 w 6715760"/>
              <a:gd name="connsiteY3" fmla="*/ 1471168 h 1471168"/>
              <a:gd name="connsiteX4" fmla="*/ 0 w 6715760"/>
              <a:gd name="connsiteY4" fmla="*/ 0 h 1471168"/>
              <a:gd name="connsiteX0" fmla="*/ 0 w 6742497"/>
              <a:gd name="connsiteY0" fmla="*/ 0 h 1471168"/>
              <a:gd name="connsiteX1" fmla="*/ 443297 w 6742497"/>
              <a:gd name="connsiteY1" fmla="*/ 0 h 1471168"/>
              <a:gd name="connsiteX2" fmla="*/ 6498657 w 6742497"/>
              <a:gd name="connsiteY2" fmla="*/ 1125728 h 1471168"/>
              <a:gd name="connsiteX3" fmla="*/ 6742497 w 6742497"/>
              <a:gd name="connsiteY3" fmla="*/ 1471168 h 1471168"/>
              <a:gd name="connsiteX4" fmla="*/ 0 w 6742497"/>
              <a:gd name="connsiteY4" fmla="*/ 0 h 1471168"/>
              <a:gd name="connsiteX0" fmla="*/ 0 w 6704397"/>
              <a:gd name="connsiteY0" fmla="*/ 0 h 1409936"/>
              <a:gd name="connsiteX1" fmla="*/ 443297 w 6704397"/>
              <a:gd name="connsiteY1" fmla="*/ 0 h 1409936"/>
              <a:gd name="connsiteX2" fmla="*/ 6498657 w 6704397"/>
              <a:gd name="connsiteY2" fmla="*/ 1125728 h 1409936"/>
              <a:gd name="connsiteX3" fmla="*/ 6704397 w 6704397"/>
              <a:gd name="connsiteY3" fmla="*/ 1409936 h 1409936"/>
              <a:gd name="connsiteX4" fmla="*/ 0 w 6704397"/>
              <a:gd name="connsiteY4" fmla="*/ 0 h 1409936"/>
              <a:gd name="connsiteX0" fmla="*/ 0 w 6728889"/>
              <a:gd name="connsiteY0" fmla="*/ 0 h 1409936"/>
              <a:gd name="connsiteX1" fmla="*/ 467789 w 6728889"/>
              <a:gd name="connsiteY1" fmla="*/ 0 h 1409936"/>
              <a:gd name="connsiteX2" fmla="*/ 6523149 w 6728889"/>
              <a:gd name="connsiteY2" fmla="*/ 1125728 h 1409936"/>
              <a:gd name="connsiteX3" fmla="*/ 6728889 w 6728889"/>
              <a:gd name="connsiteY3" fmla="*/ 1409936 h 1409936"/>
              <a:gd name="connsiteX4" fmla="*/ 0 w 6728889"/>
              <a:gd name="connsiteY4" fmla="*/ 0 h 1409936"/>
              <a:gd name="connsiteX0" fmla="*/ 0 w 6711200"/>
              <a:gd name="connsiteY0" fmla="*/ 4082 h 1409936"/>
              <a:gd name="connsiteX1" fmla="*/ 450100 w 6711200"/>
              <a:gd name="connsiteY1" fmla="*/ 0 h 1409936"/>
              <a:gd name="connsiteX2" fmla="*/ 6505460 w 6711200"/>
              <a:gd name="connsiteY2" fmla="*/ 1125728 h 1409936"/>
              <a:gd name="connsiteX3" fmla="*/ 6711200 w 6711200"/>
              <a:gd name="connsiteY3" fmla="*/ 1409936 h 1409936"/>
              <a:gd name="connsiteX4" fmla="*/ 0 w 6711200"/>
              <a:gd name="connsiteY4" fmla="*/ 4082 h 1409936"/>
              <a:gd name="connsiteX0" fmla="*/ 0 w 6724807"/>
              <a:gd name="connsiteY0" fmla="*/ 10885 h 1409936"/>
              <a:gd name="connsiteX1" fmla="*/ 463707 w 6724807"/>
              <a:gd name="connsiteY1" fmla="*/ 0 h 1409936"/>
              <a:gd name="connsiteX2" fmla="*/ 6519067 w 6724807"/>
              <a:gd name="connsiteY2" fmla="*/ 1125728 h 1409936"/>
              <a:gd name="connsiteX3" fmla="*/ 6724807 w 6724807"/>
              <a:gd name="connsiteY3" fmla="*/ 1409936 h 1409936"/>
              <a:gd name="connsiteX4" fmla="*/ 0 w 6724807"/>
              <a:gd name="connsiteY4" fmla="*/ 10885 h 1409936"/>
              <a:gd name="connsiteX0" fmla="*/ 0 w 6724807"/>
              <a:gd name="connsiteY0" fmla="*/ 4081 h 1403132"/>
              <a:gd name="connsiteX1" fmla="*/ 477314 w 6724807"/>
              <a:gd name="connsiteY1" fmla="*/ 0 h 1403132"/>
              <a:gd name="connsiteX2" fmla="*/ 6519067 w 6724807"/>
              <a:gd name="connsiteY2" fmla="*/ 1118924 h 1403132"/>
              <a:gd name="connsiteX3" fmla="*/ 6724807 w 6724807"/>
              <a:gd name="connsiteY3" fmla="*/ 1403132 h 1403132"/>
              <a:gd name="connsiteX4" fmla="*/ 0 w 6724807"/>
              <a:gd name="connsiteY4" fmla="*/ 4081 h 140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4807" h="1403132">
                <a:moveTo>
                  <a:pt x="0" y="4081"/>
                </a:moveTo>
                <a:lnTo>
                  <a:pt x="477314" y="0"/>
                </a:lnTo>
                <a:lnTo>
                  <a:pt x="6519067" y="1118924"/>
                </a:lnTo>
                <a:lnTo>
                  <a:pt x="6724807" y="1403132"/>
                </a:lnTo>
                <a:lnTo>
                  <a:pt x="0" y="4081"/>
                </a:lnTo>
                <a:close/>
              </a:path>
            </a:pathLst>
          </a:custGeom>
          <a:solidFill>
            <a:schemeClr val="accent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28" tIns="30464" rIns="60928" bIns="304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12188822" cy="6857999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1182239" y="2113109"/>
            <a:ext cx="2282231" cy="42689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399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04.01.17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8" y="3103006"/>
            <a:ext cx="7339764" cy="15745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7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2" hasCustomPrompt="1"/>
          </p:nvPr>
        </p:nvSpPr>
        <p:spPr>
          <a:xfrm>
            <a:off x="1198514" y="4920181"/>
            <a:ext cx="3497769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186163" y="5289437"/>
            <a:ext cx="3510120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Speaker Title or Email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1" y="6006042"/>
            <a:ext cx="2464597" cy="8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52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 slide">
    <p:bg>
      <p:bgPr>
        <a:solidFill>
          <a:schemeClr val="bg1"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angle 4"/>
          <p:cNvSpPr/>
          <p:nvPr userDrawn="1"/>
        </p:nvSpPr>
        <p:spPr>
          <a:xfrm>
            <a:off x="-745" y="5497964"/>
            <a:ext cx="776067" cy="1360237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360237">
                <a:moveTo>
                  <a:pt x="745" y="1360036"/>
                </a:moveTo>
                <a:cubicBezTo>
                  <a:pt x="-2142" y="917274"/>
                  <a:pt x="4495" y="442762"/>
                  <a:pt x="1608" y="0"/>
                </a:cubicBezTo>
                <a:lnTo>
                  <a:pt x="776067" y="1360237"/>
                </a:lnTo>
                <a:lnTo>
                  <a:pt x="745" y="136003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5151890"/>
            <a:ext cx="2197100" cy="1704975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7100" h="1704975">
                <a:moveTo>
                  <a:pt x="0" y="352425"/>
                </a:moveTo>
                <a:cubicBezTo>
                  <a:pt x="1058" y="234950"/>
                  <a:pt x="2117" y="117475"/>
                  <a:pt x="3175" y="0"/>
                </a:cubicBezTo>
                <a:lnTo>
                  <a:pt x="2197100" y="1704975"/>
                </a:lnTo>
                <a:lnTo>
                  <a:pt x="771525" y="1701800"/>
                </a:lnTo>
                <a:lnTo>
                  <a:pt x="0" y="3524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5547870" y="1173205"/>
            <a:ext cx="6650458" cy="5684796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  <a:gd name="connsiteX4" fmla="*/ 0 w 914400"/>
              <a:gd name="connsiteY4" fmla="*/ 0 h 914400"/>
              <a:gd name="connsiteX0" fmla="*/ 0 w 914400"/>
              <a:gd name="connsiteY0" fmla="*/ 355600 h 1270000"/>
              <a:gd name="connsiteX1" fmla="*/ 0 w 914400"/>
              <a:gd name="connsiteY1" fmla="*/ 0 h 1270000"/>
              <a:gd name="connsiteX2" fmla="*/ 914400 w 914400"/>
              <a:gd name="connsiteY2" fmla="*/ 1270000 h 1270000"/>
              <a:gd name="connsiteX3" fmla="*/ 0 w 914400"/>
              <a:gd name="connsiteY3" fmla="*/ 1270000 h 1270000"/>
              <a:gd name="connsiteX4" fmla="*/ 0 w 914400"/>
              <a:gd name="connsiteY4" fmla="*/ 355600 h 1270000"/>
              <a:gd name="connsiteX0" fmla="*/ 0 w 914400"/>
              <a:gd name="connsiteY0" fmla="*/ 352425 h 1266825"/>
              <a:gd name="connsiteX1" fmla="*/ 3175 w 914400"/>
              <a:gd name="connsiteY1" fmla="*/ 0 h 1266825"/>
              <a:gd name="connsiteX2" fmla="*/ 914400 w 914400"/>
              <a:gd name="connsiteY2" fmla="*/ 1266825 h 1266825"/>
              <a:gd name="connsiteX3" fmla="*/ 0 w 914400"/>
              <a:gd name="connsiteY3" fmla="*/ 1266825 h 1266825"/>
              <a:gd name="connsiteX4" fmla="*/ 0 w 914400"/>
              <a:gd name="connsiteY4" fmla="*/ 352425 h 126682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0 w 2197100"/>
              <a:gd name="connsiteY3" fmla="*/ 12668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698625 h 1704975"/>
              <a:gd name="connsiteX4" fmla="*/ 0 w 2197100"/>
              <a:gd name="connsiteY4" fmla="*/ 352425 h 1704975"/>
              <a:gd name="connsiteX0" fmla="*/ 0 w 2197100"/>
              <a:gd name="connsiteY0" fmla="*/ 352425 h 1704975"/>
              <a:gd name="connsiteX1" fmla="*/ 3175 w 2197100"/>
              <a:gd name="connsiteY1" fmla="*/ 0 h 1704975"/>
              <a:gd name="connsiteX2" fmla="*/ 2197100 w 2197100"/>
              <a:gd name="connsiteY2" fmla="*/ 1704975 h 1704975"/>
              <a:gd name="connsiteX3" fmla="*/ 771525 w 2197100"/>
              <a:gd name="connsiteY3" fmla="*/ 1701800 h 1704975"/>
              <a:gd name="connsiteX4" fmla="*/ 0 w 2197100"/>
              <a:gd name="connsiteY4" fmla="*/ 352425 h 1704975"/>
              <a:gd name="connsiteX0" fmla="*/ 0 w 4229735"/>
              <a:gd name="connsiteY0" fmla="*/ 3888105 h 5240655"/>
              <a:gd name="connsiteX1" fmla="*/ 4229735 w 4229735"/>
              <a:gd name="connsiteY1" fmla="*/ 0 h 5240655"/>
              <a:gd name="connsiteX2" fmla="*/ 2197100 w 4229735"/>
              <a:gd name="connsiteY2" fmla="*/ 5240655 h 5240655"/>
              <a:gd name="connsiteX3" fmla="*/ 771525 w 4229735"/>
              <a:gd name="connsiteY3" fmla="*/ 5237480 h 5240655"/>
              <a:gd name="connsiteX4" fmla="*/ 0 w 4229735"/>
              <a:gd name="connsiteY4" fmla="*/ 3888105 h 5240655"/>
              <a:gd name="connsiteX0" fmla="*/ 2418715 w 6648450"/>
              <a:gd name="connsiteY0" fmla="*/ 388810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18715 w 6648450"/>
              <a:gd name="connsiteY4" fmla="*/ 3888105 h 5240655"/>
              <a:gd name="connsiteX0" fmla="*/ 2439035 w 6648450"/>
              <a:gd name="connsiteY0" fmla="*/ 47618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2439035 w 6648450"/>
              <a:gd name="connsiteY4" fmla="*/ 4761865 h 5240655"/>
              <a:gd name="connsiteX0" fmla="*/ 1006475 w 6648450"/>
              <a:gd name="connsiteY0" fmla="*/ 4863465 h 5240655"/>
              <a:gd name="connsiteX1" fmla="*/ 6648450 w 6648450"/>
              <a:gd name="connsiteY1" fmla="*/ 0 h 5240655"/>
              <a:gd name="connsiteX2" fmla="*/ 4615815 w 6648450"/>
              <a:gd name="connsiteY2" fmla="*/ 5240655 h 5240655"/>
              <a:gd name="connsiteX3" fmla="*/ 0 w 6648450"/>
              <a:gd name="connsiteY3" fmla="*/ 5227320 h 5240655"/>
              <a:gd name="connsiteX4" fmla="*/ 1006475 w 6648450"/>
              <a:gd name="connsiteY4" fmla="*/ 4863465 h 5240655"/>
              <a:gd name="connsiteX0" fmla="*/ 1047726 w 6689701"/>
              <a:gd name="connsiteY0" fmla="*/ 4863465 h 5241071"/>
              <a:gd name="connsiteX1" fmla="*/ 6689701 w 6689701"/>
              <a:gd name="connsiteY1" fmla="*/ 0 h 5241071"/>
              <a:gd name="connsiteX2" fmla="*/ 4657066 w 6689701"/>
              <a:gd name="connsiteY2" fmla="*/ 5240655 h 5241071"/>
              <a:gd name="connsiteX3" fmla="*/ 0 w 6689701"/>
              <a:gd name="connsiteY3" fmla="*/ 5241071 h 5241071"/>
              <a:gd name="connsiteX4" fmla="*/ 1047726 w 6689701"/>
              <a:gd name="connsiteY4" fmla="*/ 4863465 h 5241071"/>
              <a:gd name="connsiteX0" fmla="*/ 1047726 w 6689701"/>
              <a:gd name="connsiteY0" fmla="*/ 4864273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1047726 w 6689701"/>
              <a:gd name="connsiteY5" fmla="*/ 4864273 h 5241879"/>
              <a:gd name="connsiteX0" fmla="*/ 882722 w 6689701"/>
              <a:gd name="connsiteY0" fmla="*/ 4933025 h 5241879"/>
              <a:gd name="connsiteX1" fmla="*/ 1064227 w 6689701"/>
              <a:gd name="connsiteY1" fmla="*/ 4840402 h 5241879"/>
              <a:gd name="connsiteX2" fmla="*/ 6689701 w 6689701"/>
              <a:gd name="connsiteY2" fmla="*/ 808 h 5241879"/>
              <a:gd name="connsiteX3" fmla="*/ 4657066 w 6689701"/>
              <a:gd name="connsiteY3" fmla="*/ 5241463 h 5241879"/>
              <a:gd name="connsiteX4" fmla="*/ 0 w 6689701"/>
              <a:gd name="connsiteY4" fmla="*/ 5241879 h 5241879"/>
              <a:gd name="connsiteX5" fmla="*/ 882722 w 6689701"/>
              <a:gd name="connsiteY5" fmla="*/ 4933025 h 5241879"/>
              <a:gd name="connsiteX0" fmla="*/ 882722 w 6689701"/>
              <a:gd name="connsiteY0" fmla="*/ 4933886 h 5242740"/>
              <a:gd name="connsiteX1" fmla="*/ 3360540 w 6689701"/>
              <a:gd name="connsiteY1" fmla="*/ 2703079 h 5242740"/>
              <a:gd name="connsiteX2" fmla="*/ 6689701 w 6689701"/>
              <a:gd name="connsiteY2" fmla="*/ 1669 h 5242740"/>
              <a:gd name="connsiteX3" fmla="*/ 4657066 w 6689701"/>
              <a:gd name="connsiteY3" fmla="*/ 5242324 h 5242740"/>
              <a:gd name="connsiteX4" fmla="*/ 0 w 6689701"/>
              <a:gd name="connsiteY4" fmla="*/ 5242740 h 5242740"/>
              <a:gd name="connsiteX5" fmla="*/ 882722 w 6689701"/>
              <a:gd name="connsiteY5" fmla="*/ 4933886 h 5242740"/>
              <a:gd name="connsiteX0" fmla="*/ 882722 w 6689701"/>
              <a:gd name="connsiteY0" fmla="*/ 4933945 h 5242799"/>
              <a:gd name="connsiteX1" fmla="*/ 3360540 w 6689701"/>
              <a:gd name="connsiteY1" fmla="*/ 2703138 h 5242799"/>
              <a:gd name="connsiteX2" fmla="*/ 6689701 w 6689701"/>
              <a:gd name="connsiteY2" fmla="*/ 1728 h 5242799"/>
              <a:gd name="connsiteX3" fmla="*/ 4657066 w 6689701"/>
              <a:gd name="connsiteY3" fmla="*/ 5242383 h 5242799"/>
              <a:gd name="connsiteX4" fmla="*/ 0 w 6689701"/>
              <a:gd name="connsiteY4" fmla="*/ 5242799 h 5242799"/>
              <a:gd name="connsiteX5" fmla="*/ 882722 w 6689701"/>
              <a:gd name="connsiteY5" fmla="*/ 4933945 h 5242799"/>
              <a:gd name="connsiteX0" fmla="*/ 882722 w 6951586"/>
              <a:gd name="connsiteY0" fmla="*/ 5684542 h 5993396"/>
              <a:gd name="connsiteX1" fmla="*/ 6653755 w 6951586"/>
              <a:gd name="connsiteY1" fmla="*/ 311775 h 5993396"/>
              <a:gd name="connsiteX2" fmla="*/ 6689701 w 6951586"/>
              <a:gd name="connsiteY2" fmla="*/ 752325 h 5993396"/>
              <a:gd name="connsiteX3" fmla="*/ 4657066 w 6951586"/>
              <a:gd name="connsiteY3" fmla="*/ 5992980 h 5993396"/>
              <a:gd name="connsiteX4" fmla="*/ 0 w 6951586"/>
              <a:gd name="connsiteY4" fmla="*/ 5993396 h 5993396"/>
              <a:gd name="connsiteX5" fmla="*/ 882722 w 6951586"/>
              <a:gd name="connsiteY5" fmla="*/ 5684542 h 5993396"/>
              <a:gd name="connsiteX0" fmla="*/ 882722 w 6689701"/>
              <a:gd name="connsiteY0" fmla="*/ 5372767 h 5681621"/>
              <a:gd name="connsiteX1" fmla="*/ 6653755 w 6689701"/>
              <a:gd name="connsiteY1" fmla="*/ 0 h 5681621"/>
              <a:gd name="connsiteX2" fmla="*/ 6689701 w 6689701"/>
              <a:gd name="connsiteY2" fmla="*/ 440550 h 5681621"/>
              <a:gd name="connsiteX3" fmla="*/ 4657066 w 6689701"/>
              <a:gd name="connsiteY3" fmla="*/ 5681205 h 5681621"/>
              <a:gd name="connsiteX4" fmla="*/ 0 w 6689701"/>
              <a:gd name="connsiteY4" fmla="*/ 5681621 h 5681621"/>
              <a:gd name="connsiteX5" fmla="*/ 882722 w 6689701"/>
              <a:gd name="connsiteY5" fmla="*/ 5372767 h 5681621"/>
              <a:gd name="connsiteX0" fmla="*/ 882722 w 6692133"/>
              <a:gd name="connsiteY0" fmla="*/ 5372767 h 5681621"/>
              <a:gd name="connsiteX1" fmla="*/ 6653755 w 6692133"/>
              <a:gd name="connsiteY1" fmla="*/ 0 h 5681621"/>
              <a:gd name="connsiteX2" fmla="*/ 6689701 w 6692133"/>
              <a:gd name="connsiteY2" fmla="*/ 440550 h 5681621"/>
              <a:gd name="connsiteX3" fmla="*/ 4657066 w 6692133"/>
              <a:gd name="connsiteY3" fmla="*/ 5681205 h 5681621"/>
              <a:gd name="connsiteX4" fmla="*/ 0 w 6692133"/>
              <a:gd name="connsiteY4" fmla="*/ 5681621 h 5681621"/>
              <a:gd name="connsiteX5" fmla="*/ 882722 w 6692133"/>
              <a:gd name="connsiteY5" fmla="*/ 5372767 h 5681621"/>
              <a:gd name="connsiteX0" fmla="*/ 882722 w 6653957"/>
              <a:gd name="connsiteY0" fmla="*/ 5372767 h 5681621"/>
              <a:gd name="connsiteX1" fmla="*/ 6653755 w 6653957"/>
              <a:gd name="connsiteY1" fmla="*/ 0 h 5681621"/>
              <a:gd name="connsiteX2" fmla="*/ 6545322 w 6653957"/>
              <a:gd name="connsiteY2" fmla="*/ 536803 h 5681621"/>
              <a:gd name="connsiteX3" fmla="*/ 4657066 w 6653957"/>
              <a:gd name="connsiteY3" fmla="*/ 5681205 h 5681621"/>
              <a:gd name="connsiteX4" fmla="*/ 0 w 6653957"/>
              <a:gd name="connsiteY4" fmla="*/ 5681621 h 5681621"/>
              <a:gd name="connsiteX5" fmla="*/ 882722 w 6653957"/>
              <a:gd name="connsiteY5" fmla="*/ 5372767 h 5681621"/>
              <a:gd name="connsiteX0" fmla="*/ 882722 w 6661976"/>
              <a:gd name="connsiteY0" fmla="*/ 5372767 h 5681621"/>
              <a:gd name="connsiteX1" fmla="*/ 6653755 w 6661976"/>
              <a:gd name="connsiteY1" fmla="*/ 0 h 5681621"/>
              <a:gd name="connsiteX2" fmla="*/ 6655325 w 6661976"/>
              <a:gd name="connsiteY2" fmla="*/ 474927 h 5681621"/>
              <a:gd name="connsiteX3" fmla="*/ 4657066 w 6661976"/>
              <a:gd name="connsiteY3" fmla="*/ 5681205 h 5681621"/>
              <a:gd name="connsiteX4" fmla="*/ 0 w 6661976"/>
              <a:gd name="connsiteY4" fmla="*/ 5681621 h 5681621"/>
              <a:gd name="connsiteX5" fmla="*/ 882722 w 6661976"/>
              <a:gd name="connsiteY5" fmla="*/ 5372767 h 5681621"/>
              <a:gd name="connsiteX0" fmla="*/ 882722 w 6655325"/>
              <a:gd name="connsiteY0" fmla="*/ 5372767 h 5681621"/>
              <a:gd name="connsiteX1" fmla="*/ 6653755 w 6655325"/>
              <a:gd name="connsiteY1" fmla="*/ 0 h 5681621"/>
              <a:gd name="connsiteX2" fmla="*/ 6655325 w 6655325"/>
              <a:gd name="connsiteY2" fmla="*/ 474927 h 5681621"/>
              <a:gd name="connsiteX3" fmla="*/ 4657066 w 6655325"/>
              <a:gd name="connsiteY3" fmla="*/ 5681205 h 5681621"/>
              <a:gd name="connsiteX4" fmla="*/ 0 w 6655325"/>
              <a:gd name="connsiteY4" fmla="*/ 5681621 h 5681621"/>
              <a:gd name="connsiteX5" fmla="*/ 882722 w 6655325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56251"/>
              <a:gd name="connsiteY0" fmla="*/ 5372767 h 5681621"/>
              <a:gd name="connsiteX1" fmla="*/ 6653755 w 6656251"/>
              <a:gd name="connsiteY1" fmla="*/ 0 h 5681621"/>
              <a:gd name="connsiteX2" fmla="*/ 6655325 w 6656251"/>
              <a:gd name="connsiteY2" fmla="*/ 474927 h 5681621"/>
              <a:gd name="connsiteX3" fmla="*/ 4657066 w 6656251"/>
              <a:gd name="connsiteY3" fmla="*/ 5681205 h 5681621"/>
              <a:gd name="connsiteX4" fmla="*/ 0 w 6656251"/>
              <a:gd name="connsiteY4" fmla="*/ 5681621 h 5681621"/>
              <a:gd name="connsiteX5" fmla="*/ 882722 w 6656251"/>
              <a:gd name="connsiteY5" fmla="*/ 5372767 h 5681621"/>
              <a:gd name="connsiteX0" fmla="*/ 882722 w 6661525"/>
              <a:gd name="connsiteY0" fmla="*/ 5375942 h 5684796"/>
              <a:gd name="connsiteX1" fmla="*/ 6660105 w 6661525"/>
              <a:gd name="connsiteY1" fmla="*/ 0 h 5684796"/>
              <a:gd name="connsiteX2" fmla="*/ 6655325 w 6661525"/>
              <a:gd name="connsiteY2" fmla="*/ 478102 h 5684796"/>
              <a:gd name="connsiteX3" fmla="*/ 4657066 w 6661525"/>
              <a:gd name="connsiteY3" fmla="*/ 5684380 h 5684796"/>
              <a:gd name="connsiteX4" fmla="*/ 0 w 6661525"/>
              <a:gd name="connsiteY4" fmla="*/ 5684796 h 5684796"/>
              <a:gd name="connsiteX5" fmla="*/ 882722 w 666152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55325 w 6660105"/>
              <a:gd name="connsiteY2" fmla="*/ 478102 h 5684796"/>
              <a:gd name="connsiteX3" fmla="*/ 4657066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4657066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1675"/>
              <a:gd name="connsiteY0" fmla="*/ 5375942 h 5684796"/>
              <a:gd name="connsiteX1" fmla="*/ 6660105 w 6661675"/>
              <a:gd name="connsiteY1" fmla="*/ 0 h 5684796"/>
              <a:gd name="connsiteX2" fmla="*/ 6661675 w 6661675"/>
              <a:gd name="connsiteY2" fmla="*/ 468577 h 5684796"/>
              <a:gd name="connsiteX3" fmla="*/ 6650458 w 6661675"/>
              <a:gd name="connsiteY3" fmla="*/ 5684380 h 5684796"/>
              <a:gd name="connsiteX4" fmla="*/ 0 w 6661675"/>
              <a:gd name="connsiteY4" fmla="*/ 5684796 h 5684796"/>
              <a:gd name="connsiteX5" fmla="*/ 882722 w 6661675"/>
              <a:gd name="connsiteY5" fmla="*/ 5375942 h 5684796"/>
              <a:gd name="connsiteX0" fmla="*/ 882722 w 6660105"/>
              <a:gd name="connsiteY0" fmla="*/ 5375942 h 5684796"/>
              <a:gd name="connsiteX1" fmla="*/ 6660105 w 6660105"/>
              <a:gd name="connsiteY1" fmla="*/ 0 h 5684796"/>
              <a:gd name="connsiteX2" fmla="*/ 6648975 w 6660105"/>
              <a:gd name="connsiteY2" fmla="*/ 474927 h 5684796"/>
              <a:gd name="connsiteX3" fmla="*/ 6650458 w 6660105"/>
              <a:gd name="connsiteY3" fmla="*/ 5684380 h 5684796"/>
              <a:gd name="connsiteX4" fmla="*/ 0 w 6660105"/>
              <a:gd name="connsiteY4" fmla="*/ 5684796 h 5684796"/>
              <a:gd name="connsiteX5" fmla="*/ 882722 w 6660105"/>
              <a:gd name="connsiteY5" fmla="*/ 5375942 h 5684796"/>
              <a:gd name="connsiteX0" fmla="*/ 882722 w 6650458"/>
              <a:gd name="connsiteY0" fmla="*/ 5375942 h 5684796"/>
              <a:gd name="connsiteX1" fmla="*/ 6647405 w 6650458"/>
              <a:gd name="connsiteY1" fmla="*/ 0 h 5684796"/>
              <a:gd name="connsiteX2" fmla="*/ 6648975 w 6650458"/>
              <a:gd name="connsiteY2" fmla="*/ 474927 h 5684796"/>
              <a:gd name="connsiteX3" fmla="*/ 6650458 w 6650458"/>
              <a:gd name="connsiteY3" fmla="*/ 5684380 h 5684796"/>
              <a:gd name="connsiteX4" fmla="*/ 0 w 6650458"/>
              <a:gd name="connsiteY4" fmla="*/ 5684796 h 5684796"/>
              <a:gd name="connsiteX5" fmla="*/ 882722 w 6650458"/>
              <a:gd name="connsiteY5" fmla="*/ 5375942 h 56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50458" h="5684796">
                <a:moveTo>
                  <a:pt x="882722" y="5375942"/>
                </a:moveTo>
                <a:cubicBezTo>
                  <a:pt x="1060093" y="5309029"/>
                  <a:pt x="5653101" y="899477"/>
                  <a:pt x="6647405" y="0"/>
                </a:cubicBezTo>
                <a:cubicBezTo>
                  <a:pt x="6643182" y="184797"/>
                  <a:pt x="6647717" y="137848"/>
                  <a:pt x="6648975" y="474927"/>
                </a:cubicBezTo>
                <a:cubicBezTo>
                  <a:pt x="6649469" y="2211411"/>
                  <a:pt x="6649964" y="3947896"/>
                  <a:pt x="6650458" y="5684380"/>
                </a:cubicBezTo>
                <a:lnTo>
                  <a:pt x="0" y="5684796"/>
                </a:lnTo>
                <a:lnTo>
                  <a:pt x="882722" y="53759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1" name="Triangle 4"/>
          <p:cNvSpPr/>
          <p:nvPr userDrawn="1"/>
        </p:nvSpPr>
        <p:spPr>
          <a:xfrm flipH="1" flipV="1">
            <a:off x="9598297" y="546"/>
            <a:ext cx="2590529" cy="30994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  <a:gd name="connsiteX0" fmla="*/ 234382 w 1009704"/>
              <a:gd name="connsiteY0" fmla="*/ 1208483 h 1208684"/>
              <a:gd name="connsiteX1" fmla="*/ 0 w 1009704"/>
              <a:gd name="connsiteY1" fmla="*/ 0 h 1208684"/>
              <a:gd name="connsiteX2" fmla="*/ 1009704 w 1009704"/>
              <a:gd name="connsiteY2" fmla="*/ 1208684 h 1208684"/>
              <a:gd name="connsiteX3" fmla="*/ 234382 w 1009704"/>
              <a:gd name="connsiteY3" fmla="*/ 1208483 h 1208684"/>
              <a:gd name="connsiteX0" fmla="*/ 879 w 1010207"/>
              <a:gd name="connsiteY0" fmla="*/ 1208483 h 1208684"/>
              <a:gd name="connsiteX1" fmla="*/ 503 w 1010207"/>
              <a:gd name="connsiteY1" fmla="*/ 0 h 1208684"/>
              <a:gd name="connsiteX2" fmla="*/ 1010207 w 1010207"/>
              <a:gd name="connsiteY2" fmla="*/ 1208684 h 1208684"/>
              <a:gd name="connsiteX3" fmla="*/ 879 w 1010207"/>
              <a:gd name="connsiteY3" fmla="*/ 1208483 h 1208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0207" h="1208684">
                <a:moveTo>
                  <a:pt x="879" y="1208483"/>
                </a:moveTo>
                <a:cubicBezTo>
                  <a:pt x="-2008" y="765721"/>
                  <a:pt x="3390" y="442762"/>
                  <a:pt x="503" y="0"/>
                </a:cubicBezTo>
                <a:lnTo>
                  <a:pt x="1010207" y="1208684"/>
                </a:lnTo>
                <a:lnTo>
                  <a:pt x="879" y="1208483"/>
                </a:lnTo>
                <a:close/>
              </a:path>
            </a:pathLst>
          </a:custGeom>
          <a:solidFill>
            <a:schemeClr val="accent2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8" name="Triangle 4"/>
          <p:cNvSpPr/>
          <p:nvPr userDrawn="1"/>
        </p:nvSpPr>
        <p:spPr>
          <a:xfrm flipH="1">
            <a:off x="10209022" y="1656810"/>
            <a:ext cx="1990111" cy="519945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2027588">
                <a:moveTo>
                  <a:pt x="745" y="2027387"/>
                </a:moveTo>
                <a:cubicBezTo>
                  <a:pt x="-2142" y="1584625"/>
                  <a:pt x="4495" y="442762"/>
                  <a:pt x="1608" y="0"/>
                </a:cubicBezTo>
                <a:lnTo>
                  <a:pt x="776067" y="2027588"/>
                </a:lnTo>
                <a:lnTo>
                  <a:pt x="745" y="2027387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9" name="Triangle 4"/>
          <p:cNvSpPr/>
          <p:nvPr userDrawn="1"/>
        </p:nvSpPr>
        <p:spPr>
          <a:xfrm flipH="1" flipV="1">
            <a:off x="10204703" y="-200"/>
            <a:ext cx="1990111" cy="3074095"/>
          </a:xfrm>
          <a:custGeom>
            <a:avLst/>
            <a:gdLst>
              <a:gd name="connsiteX0" fmla="*/ 0 w 1060704"/>
              <a:gd name="connsiteY0" fmla="*/ 914400 h 914400"/>
              <a:gd name="connsiteX1" fmla="*/ 530352 w 1060704"/>
              <a:gd name="connsiteY1" fmla="*/ 0 h 914400"/>
              <a:gd name="connsiteX2" fmla="*/ 1060704 w 1060704"/>
              <a:gd name="connsiteY2" fmla="*/ 914400 h 914400"/>
              <a:gd name="connsiteX3" fmla="*/ 0 w 1060704"/>
              <a:gd name="connsiteY3" fmla="*/ 914400 h 914400"/>
              <a:gd name="connsiteX0" fmla="*/ 8662 w 1069366"/>
              <a:gd name="connsiteY0" fmla="*/ 1328286 h 1328286"/>
              <a:gd name="connsiteX1" fmla="*/ 0 w 1069366"/>
              <a:gd name="connsiteY1" fmla="*/ 0 h 1328286"/>
              <a:gd name="connsiteX2" fmla="*/ 1069366 w 1069366"/>
              <a:gd name="connsiteY2" fmla="*/ 1328286 h 1328286"/>
              <a:gd name="connsiteX3" fmla="*/ 8662 w 1069366"/>
              <a:gd name="connsiteY3" fmla="*/ 1328286 h 1328286"/>
              <a:gd name="connsiteX0" fmla="*/ 8662 w 578478"/>
              <a:gd name="connsiteY0" fmla="*/ 1328286 h 1337911"/>
              <a:gd name="connsiteX1" fmla="*/ 0 w 578478"/>
              <a:gd name="connsiteY1" fmla="*/ 0 h 1337911"/>
              <a:gd name="connsiteX2" fmla="*/ 578478 w 578478"/>
              <a:gd name="connsiteY2" fmla="*/ 1337911 h 1337911"/>
              <a:gd name="connsiteX3" fmla="*/ 8662 w 578478"/>
              <a:gd name="connsiteY3" fmla="*/ 1328286 h 1337911"/>
              <a:gd name="connsiteX0" fmla="*/ 8662 w 799859"/>
              <a:gd name="connsiteY0" fmla="*/ 1328286 h 1347537"/>
              <a:gd name="connsiteX1" fmla="*/ 0 w 799859"/>
              <a:gd name="connsiteY1" fmla="*/ 0 h 1347537"/>
              <a:gd name="connsiteX2" fmla="*/ 799859 w 799859"/>
              <a:gd name="connsiteY2" fmla="*/ 1347537 h 1347537"/>
              <a:gd name="connsiteX3" fmla="*/ 8662 w 799859"/>
              <a:gd name="connsiteY3" fmla="*/ 1328286 h 1347537"/>
              <a:gd name="connsiteX0" fmla="*/ 8662 w 758584"/>
              <a:gd name="connsiteY0" fmla="*/ 1328286 h 1328286"/>
              <a:gd name="connsiteX1" fmla="*/ 0 w 758584"/>
              <a:gd name="connsiteY1" fmla="*/ 0 h 1328286"/>
              <a:gd name="connsiteX2" fmla="*/ 758584 w 758584"/>
              <a:gd name="connsiteY2" fmla="*/ 1242762 h 1328286"/>
              <a:gd name="connsiteX3" fmla="*/ 8662 w 758584"/>
              <a:gd name="connsiteY3" fmla="*/ 1328286 h 1328286"/>
              <a:gd name="connsiteX0" fmla="*/ 8662 w 783984"/>
              <a:gd name="connsiteY0" fmla="*/ 1328286 h 1328487"/>
              <a:gd name="connsiteX1" fmla="*/ 0 w 783984"/>
              <a:gd name="connsiteY1" fmla="*/ 0 h 1328487"/>
              <a:gd name="connsiteX2" fmla="*/ 783984 w 783984"/>
              <a:gd name="connsiteY2" fmla="*/ 1328487 h 1328487"/>
              <a:gd name="connsiteX3" fmla="*/ 8662 w 783984"/>
              <a:gd name="connsiteY3" fmla="*/ 1328286 h 1328487"/>
              <a:gd name="connsiteX0" fmla="*/ 5487 w 780809"/>
              <a:gd name="connsiteY0" fmla="*/ 1347336 h 1347537"/>
              <a:gd name="connsiteX1" fmla="*/ 0 w 780809"/>
              <a:gd name="connsiteY1" fmla="*/ 0 h 1347537"/>
              <a:gd name="connsiteX2" fmla="*/ 780809 w 780809"/>
              <a:gd name="connsiteY2" fmla="*/ 1347537 h 1347537"/>
              <a:gd name="connsiteX3" fmla="*/ 5487 w 780809"/>
              <a:gd name="connsiteY3" fmla="*/ 1347336 h 1347537"/>
              <a:gd name="connsiteX0" fmla="*/ 5487 w 780809"/>
              <a:gd name="connsiteY0" fmla="*/ 1353686 h 1353887"/>
              <a:gd name="connsiteX1" fmla="*/ 0 w 780809"/>
              <a:gd name="connsiteY1" fmla="*/ 0 h 1353887"/>
              <a:gd name="connsiteX2" fmla="*/ 780809 w 780809"/>
              <a:gd name="connsiteY2" fmla="*/ 1353887 h 1353887"/>
              <a:gd name="connsiteX3" fmla="*/ 5487 w 780809"/>
              <a:gd name="connsiteY3" fmla="*/ 1353686 h 1353887"/>
              <a:gd name="connsiteX0" fmla="*/ 156 w 775478"/>
              <a:gd name="connsiteY0" fmla="*/ 1360036 h 1360237"/>
              <a:gd name="connsiteX1" fmla="*/ 32769 w 775478"/>
              <a:gd name="connsiteY1" fmla="*/ 0 h 1360237"/>
              <a:gd name="connsiteX2" fmla="*/ 775478 w 775478"/>
              <a:gd name="connsiteY2" fmla="*/ 1360237 h 1360237"/>
              <a:gd name="connsiteX3" fmla="*/ 156 w 775478"/>
              <a:gd name="connsiteY3" fmla="*/ 1360036 h 1360237"/>
              <a:gd name="connsiteX0" fmla="*/ 745 w 776067"/>
              <a:gd name="connsiteY0" fmla="*/ 1360036 h 1360237"/>
              <a:gd name="connsiteX1" fmla="*/ 1608 w 776067"/>
              <a:gd name="connsiteY1" fmla="*/ 0 h 1360237"/>
              <a:gd name="connsiteX2" fmla="*/ 776067 w 776067"/>
              <a:gd name="connsiteY2" fmla="*/ 1360237 h 1360237"/>
              <a:gd name="connsiteX3" fmla="*/ 745 w 776067"/>
              <a:gd name="connsiteY3" fmla="*/ 1360036 h 1360237"/>
              <a:gd name="connsiteX0" fmla="*/ 745 w 776067"/>
              <a:gd name="connsiteY0" fmla="*/ 2027387 h 2027588"/>
              <a:gd name="connsiteX1" fmla="*/ 1608 w 776067"/>
              <a:gd name="connsiteY1" fmla="*/ 0 h 2027588"/>
              <a:gd name="connsiteX2" fmla="*/ 776067 w 776067"/>
              <a:gd name="connsiteY2" fmla="*/ 2027588 h 2027588"/>
              <a:gd name="connsiteX3" fmla="*/ 745 w 776067"/>
              <a:gd name="connsiteY3" fmla="*/ 2027387 h 2027588"/>
              <a:gd name="connsiteX0" fmla="*/ 68 w 775390"/>
              <a:gd name="connsiteY0" fmla="*/ 642825 h 643026"/>
              <a:gd name="connsiteX1" fmla="*/ 84454 w 775390"/>
              <a:gd name="connsiteY1" fmla="*/ 0 h 643026"/>
              <a:gd name="connsiteX2" fmla="*/ 775390 w 775390"/>
              <a:gd name="connsiteY2" fmla="*/ 643026 h 643026"/>
              <a:gd name="connsiteX3" fmla="*/ 68 w 775390"/>
              <a:gd name="connsiteY3" fmla="*/ 642825 h 643026"/>
              <a:gd name="connsiteX0" fmla="*/ 51 w 775373"/>
              <a:gd name="connsiteY0" fmla="*/ 1015468 h 1015669"/>
              <a:gd name="connsiteX1" fmla="*/ 116561 w 775373"/>
              <a:gd name="connsiteY1" fmla="*/ 0 h 1015669"/>
              <a:gd name="connsiteX2" fmla="*/ 775373 w 775373"/>
              <a:gd name="connsiteY2" fmla="*/ 1015669 h 1015669"/>
              <a:gd name="connsiteX3" fmla="*/ 51 w 775373"/>
              <a:gd name="connsiteY3" fmla="*/ 1015468 h 1015669"/>
              <a:gd name="connsiteX0" fmla="*/ 745 w 776067"/>
              <a:gd name="connsiteY0" fmla="*/ 1500547 h 1500748"/>
              <a:gd name="connsiteX1" fmla="*/ 1607 w 776067"/>
              <a:gd name="connsiteY1" fmla="*/ 0 h 1500748"/>
              <a:gd name="connsiteX2" fmla="*/ 776067 w 776067"/>
              <a:gd name="connsiteY2" fmla="*/ 1500748 h 1500748"/>
              <a:gd name="connsiteX3" fmla="*/ 745 w 776067"/>
              <a:gd name="connsiteY3" fmla="*/ 1500547 h 1500748"/>
              <a:gd name="connsiteX0" fmla="*/ 745 w 776067"/>
              <a:gd name="connsiteY0" fmla="*/ 1127904 h 1128105"/>
              <a:gd name="connsiteX1" fmla="*/ 1607 w 776067"/>
              <a:gd name="connsiteY1" fmla="*/ 0 h 1128105"/>
              <a:gd name="connsiteX2" fmla="*/ 776067 w 776067"/>
              <a:gd name="connsiteY2" fmla="*/ 1128105 h 1128105"/>
              <a:gd name="connsiteX3" fmla="*/ 745 w 776067"/>
              <a:gd name="connsiteY3" fmla="*/ 1127904 h 1128105"/>
              <a:gd name="connsiteX0" fmla="*/ 745 w 776067"/>
              <a:gd name="connsiteY0" fmla="*/ 1198578 h 1198779"/>
              <a:gd name="connsiteX1" fmla="*/ 1607 w 776067"/>
              <a:gd name="connsiteY1" fmla="*/ 0 h 1198779"/>
              <a:gd name="connsiteX2" fmla="*/ 776067 w 776067"/>
              <a:gd name="connsiteY2" fmla="*/ 1198779 h 1198779"/>
              <a:gd name="connsiteX3" fmla="*/ 745 w 776067"/>
              <a:gd name="connsiteY3" fmla="*/ 1198578 h 1198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67" h="1198779">
                <a:moveTo>
                  <a:pt x="745" y="1198578"/>
                </a:moveTo>
                <a:cubicBezTo>
                  <a:pt x="-2142" y="755816"/>
                  <a:pt x="4494" y="442762"/>
                  <a:pt x="1607" y="0"/>
                </a:cubicBezTo>
                <a:lnTo>
                  <a:pt x="776067" y="1198779"/>
                </a:lnTo>
                <a:lnTo>
                  <a:pt x="745" y="1198578"/>
                </a:lnTo>
                <a:close/>
              </a:path>
            </a:pathLst>
          </a:cu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5000"/>
              </a:lnSpc>
            </a:pPr>
            <a:endParaRPr lang="en-US" sz="2000" err="1">
              <a:solidFill>
                <a:srgbClr val="FFFFFF"/>
              </a:solidFill>
            </a:endParaRPr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8" y="2063007"/>
            <a:ext cx="7339764" cy="19525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7" b="0" i="0">
                <a:solidFill>
                  <a:srgbClr val="343433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7523525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9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" name="Right Triangle 2"/>
          <p:cNvSpPr/>
          <p:nvPr userDrawn="1"/>
        </p:nvSpPr>
        <p:spPr>
          <a:xfrm flipH="1" flipV="1">
            <a:off x="11603699" y="1"/>
            <a:ext cx="585128" cy="1575171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2" y="0"/>
            <a:ext cx="1218882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5"/>
            <a:ext cx="9520153" cy="3474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3759684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82601" y="1658242"/>
            <a:ext cx="11195051" cy="4361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3308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9" y="1147982"/>
            <a:ext cx="11183937" cy="331601"/>
          </a:xfrm>
        </p:spPr>
        <p:txBody>
          <a:bodyPr anchor="t"/>
          <a:lstStyle>
            <a:lvl1pPr marL="0" indent="0">
              <a:buNone/>
              <a:defRPr sz="2399" i="0">
                <a:solidFill>
                  <a:schemeClr val="bg1">
                    <a:lumMod val="50000"/>
                  </a:schemeClr>
                </a:solidFill>
              </a:defRPr>
            </a:lvl1pPr>
            <a:lvl2pPr marL="169820" indent="0">
              <a:buNone/>
              <a:defRPr/>
            </a:lvl2pPr>
            <a:lvl3pPr marL="344401" indent="0">
              <a:buNone/>
              <a:defRPr/>
            </a:lvl3pPr>
            <a:lvl4pPr marL="458673" indent="0">
              <a:buNone/>
              <a:defRPr/>
            </a:lvl4pPr>
            <a:lvl5pPr marL="63008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93713" y="2178019"/>
            <a:ext cx="11183937" cy="36621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6734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/Header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309" y="1147982"/>
            <a:ext cx="11183937" cy="331601"/>
          </a:xfrm>
        </p:spPr>
        <p:txBody>
          <a:bodyPr anchor="t"/>
          <a:lstStyle>
            <a:lvl1pPr marL="0" indent="0">
              <a:buNone/>
              <a:defRPr sz="2399" i="0">
                <a:solidFill>
                  <a:schemeClr val="bg1">
                    <a:lumMod val="50000"/>
                  </a:schemeClr>
                </a:solidFill>
              </a:defRPr>
            </a:lvl1pPr>
            <a:lvl2pPr marL="169820" indent="0">
              <a:buNone/>
              <a:defRPr/>
            </a:lvl2pPr>
            <a:lvl3pPr marL="344401" indent="0">
              <a:buNone/>
              <a:defRPr/>
            </a:lvl3pPr>
            <a:lvl4pPr marL="458673" indent="0">
              <a:buNone/>
              <a:defRPr/>
            </a:lvl4pPr>
            <a:lvl5pPr marL="63008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493713" y="1713926"/>
            <a:ext cx="11183936" cy="5768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6995" indent="0">
              <a:buNone/>
              <a:defRPr sz="2000" b="1"/>
            </a:lvl2pPr>
            <a:lvl3pPr marL="913989" indent="0">
              <a:buNone/>
              <a:defRPr sz="1800" b="1"/>
            </a:lvl3pPr>
            <a:lvl4pPr marL="1370984" indent="0">
              <a:buNone/>
              <a:defRPr sz="1600" b="1"/>
            </a:lvl4pPr>
            <a:lvl5pPr marL="1827978" indent="0">
              <a:buNone/>
              <a:defRPr sz="1600" b="1"/>
            </a:lvl5pPr>
            <a:lvl6pPr marL="2284971" indent="0">
              <a:buNone/>
              <a:defRPr sz="1600" b="1"/>
            </a:lvl6pPr>
            <a:lvl7pPr marL="2741965" indent="0">
              <a:buNone/>
              <a:defRPr sz="1600" b="1"/>
            </a:lvl7pPr>
            <a:lvl8pPr marL="3198960" indent="0">
              <a:buNone/>
              <a:defRPr sz="1600" b="1"/>
            </a:lvl8pPr>
            <a:lvl9pPr marL="3655955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493713" y="2522640"/>
            <a:ext cx="11183937" cy="331757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187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160547" y="2063005"/>
            <a:ext cx="9520153" cy="3474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99" b="0" i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6994" indent="0">
              <a:buNone/>
              <a:defRPr/>
            </a:lvl2pPr>
            <a:lvl3pPr marL="913989" indent="0">
              <a:buNone/>
              <a:defRPr/>
            </a:lvl3pPr>
            <a:lvl4pPr marL="1370984" indent="0">
              <a:buNone/>
              <a:defRPr/>
            </a:lvl4pPr>
            <a:lvl5pPr marL="1827978" indent="0">
              <a:buNone/>
              <a:defRPr/>
            </a:lvl5pPr>
          </a:lstStyle>
          <a:p>
            <a:pPr lvl="0"/>
            <a:r>
              <a:rPr lang="en-US"/>
              <a:t>Click here to add text</a:t>
            </a:r>
          </a:p>
        </p:txBody>
      </p:sp>
    </p:spTree>
    <p:extLst>
      <p:ext uri="{BB962C8B-B14F-4D97-AF65-F5344CB8AC3E}">
        <p14:creationId xmlns:p14="http://schemas.microsoft.com/office/powerpoint/2010/main" val="37066698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theme" Target="../theme/theme3.xml"/><Relationship Id="rId10" Type="http://schemas.openxmlformats.org/officeDocument/2006/relationships/image" Target="../media/image5.png"/><Relationship Id="rId1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1"/>
          <p:cNvSpPr>
            <a:spLocks noGrp="1"/>
          </p:cNvSpPr>
          <p:nvPr userDrawn="1">
            <p:ph type="title"/>
          </p:nvPr>
        </p:nvSpPr>
        <p:spPr>
          <a:xfrm>
            <a:off x="482474" y="482602"/>
            <a:ext cx="11195177" cy="1066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  <p:sp>
        <p:nvSpPr>
          <p:cNvPr id="38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017530" y="1849301"/>
            <a:ext cx="10660120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56938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3" r:id="rId3"/>
    <p:sldLayoutId id="2147483712" r:id="rId4"/>
    <p:sldLayoutId id="2147483698" r:id="rId5"/>
    <p:sldLayoutId id="2147483710" r:id="rId6"/>
    <p:sldLayoutId id="2147483708" r:id="rId7"/>
    <p:sldLayoutId id="2147483709" r:id="rId8"/>
    <p:sldLayoutId id="2147483716" r:id="rId9"/>
    <p:sldLayoutId id="2147483720" r:id="rId10"/>
    <p:sldLayoutId id="2147483714" r:id="rId11"/>
    <p:sldLayoutId id="2147483715" r:id="rId12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</p:titleStyle>
    <p:bodyStyle>
      <a:lvl1pPr marL="173038" indent="-173038" algn="l" defTabSz="914217" rtl="0" eaLnBrk="1" latinLnBrk="0" hangingPunct="1">
        <a:lnSpc>
          <a:spcPct val="90000"/>
        </a:lnSpc>
        <a:spcBef>
          <a:spcPts val="4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 userDrawn="1">
          <p15:clr>
            <a:srgbClr val="F26B43"/>
          </p15:clr>
        </p15:guide>
        <p15:guide id="5" orient="horz" pos="4008" userDrawn="1">
          <p15:clr>
            <a:srgbClr val="F26B43"/>
          </p15:clr>
        </p15:guide>
        <p15:guide id="6" pos="7356" userDrawn="1">
          <p15:clr>
            <a:srgbClr val="F26B43"/>
          </p15:clr>
        </p15:guide>
        <p15:guide id="7" pos="11040">
          <p15:clr>
            <a:srgbClr val="F26B43"/>
          </p15:clr>
        </p15:guide>
        <p15:guide id="9" orient="horz" pos="325" userDrawn="1">
          <p15:clr>
            <a:srgbClr val="F26B43"/>
          </p15:clr>
        </p15:guide>
        <p15:guide id="12" pos="2554" userDrawn="1">
          <p15:clr>
            <a:srgbClr val="F26B43"/>
          </p15:clr>
        </p15:guide>
        <p15:guide id="13" pos="5123" userDrawn="1">
          <p15:clr>
            <a:srgbClr val="F26B43"/>
          </p15:clr>
        </p15:guide>
        <p15:guide id="14" orient="horz" pos="1443" userDrawn="1">
          <p15:clr>
            <a:srgbClr val="F26B43"/>
          </p15:clr>
        </p15:guide>
        <p15:guide id="15" orient="horz" pos="2886" userDrawn="1">
          <p15:clr>
            <a:srgbClr val="F26B43"/>
          </p15:clr>
        </p15:guide>
        <p15:guide id="16" orient="horz" pos="856" userDrawn="1">
          <p15:clr>
            <a:srgbClr val="F26B43"/>
          </p15:clr>
        </p15:guide>
        <p15:guide id="17" orient="horz" pos="1168" userDrawn="1">
          <p15:clr>
            <a:srgbClr val="F26B43"/>
          </p15:clr>
        </p15:guide>
        <p15:guide id="18" pos="632" userDrawn="1">
          <p15:clr>
            <a:srgbClr val="F26B43"/>
          </p15:clr>
        </p15:guide>
        <p15:guide id="19" orient="horz" pos="3792" userDrawn="1">
          <p15:clr>
            <a:srgbClr val="F26B43"/>
          </p15:clr>
        </p15:guide>
        <p15:guide id="20" pos="71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Placeholder 1"/>
          <p:cNvSpPr>
            <a:spLocks noGrp="1"/>
          </p:cNvSpPr>
          <p:nvPr userDrawn="1">
            <p:ph type="title"/>
          </p:nvPr>
        </p:nvSpPr>
        <p:spPr>
          <a:xfrm>
            <a:off x="482474" y="482602"/>
            <a:ext cx="11195177" cy="1066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  <p:sp>
        <p:nvSpPr>
          <p:cNvPr id="38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017530" y="1849301"/>
            <a:ext cx="10660120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56771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833" r:id="rId1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</p:titleStyle>
    <p:bodyStyle>
      <a:lvl1pPr marL="173038" indent="-173038" algn="l" defTabSz="914217" rtl="0" eaLnBrk="1" latinLnBrk="0" hangingPunct="1">
        <a:lnSpc>
          <a:spcPct val="90000"/>
        </a:lnSpc>
        <a:spcBef>
          <a:spcPts val="4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9" orient="horz" pos="325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  <p15:guide id="16" orient="horz" pos="856">
          <p15:clr>
            <a:srgbClr val="F26B43"/>
          </p15:clr>
        </p15:guide>
        <p15:guide id="17" orient="horz" pos="1168">
          <p15:clr>
            <a:srgbClr val="F26B43"/>
          </p15:clr>
        </p15:guide>
        <p15:guide id="18" pos="632">
          <p15:clr>
            <a:srgbClr val="F26B43"/>
          </p15:clr>
        </p15:guide>
        <p15:guide id="19" orient="horz" pos="3792">
          <p15:clr>
            <a:srgbClr val="F26B43"/>
          </p15:clr>
        </p15:guide>
        <p15:guide id="20" pos="71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-2141" y="-1"/>
            <a:ext cx="12190967" cy="6858000"/>
          </a:xfrm>
          <a:prstGeom prst="rect">
            <a:avLst/>
          </a:prstGeom>
          <a:blipFill dpi="0" rotWithShape="1">
            <a:blip r:embed="rId10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4" name="Right Triangle 33"/>
          <p:cNvSpPr/>
          <p:nvPr/>
        </p:nvSpPr>
        <p:spPr>
          <a:xfrm rot="16200000" flipV="1">
            <a:off x="2196031" y="3357866"/>
            <a:ext cx="1314232" cy="56983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3" name="Right Triangle 32"/>
          <p:cNvSpPr/>
          <p:nvPr/>
        </p:nvSpPr>
        <p:spPr>
          <a:xfrm>
            <a:off x="-2140" y="3581400"/>
            <a:ext cx="833414" cy="3276600"/>
          </a:xfrm>
          <a:prstGeom prst="rtTriangl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421" y="6006042"/>
            <a:ext cx="2464597" cy="851959"/>
          </a:xfrm>
          <a:prstGeom prst="rect">
            <a:avLst/>
          </a:prstGeom>
        </p:spPr>
      </p:pic>
      <p:sp>
        <p:nvSpPr>
          <p:cNvPr id="8" name="Right Triangle 7"/>
          <p:cNvSpPr/>
          <p:nvPr/>
        </p:nvSpPr>
        <p:spPr>
          <a:xfrm flipH="1" flipV="1">
            <a:off x="11603699" y="0"/>
            <a:ext cx="585128" cy="1575171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3174" y="6359525"/>
            <a:ext cx="3117657" cy="17907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r>
              <a:rPr lang="en-US" sz="1100">
                <a:solidFill>
                  <a:srgbClr val="FFFFFF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37" name="Title Placeholder 1"/>
          <p:cNvSpPr>
            <a:spLocks noGrp="1"/>
          </p:cNvSpPr>
          <p:nvPr>
            <p:ph type="title"/>
          </p:nvPr>
        </p:nvSpPr>
        <p:spPr>
          <a:xfrm>
            <a:off x="482474" y="457203"/>
            <a:ext cx="11195177" cy="6540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en-US"/>
          </a:p>
        </p:txBody>
      </p:sp>
      <p:sp>
        <p:nvSpPr>
          <p:cNvPr id="38" name="Text Placeholder 2"/>
          <p:cNvSpPr>
            <a:spLocks noGrp="1"/>
          </p:cNvSpPr>
          <p:nvPr>
            <p:ph type="body" idx="1"/>
          </p:nvPr>
        </p:nvSpPr>
        <p:spPr>
          <a:xfrm>
            <a:off x="493713" y="1849302"/>
            <a:ext cx="11183937" cy="42204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70192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</p:sldLayoutIdLst>
  <p:txStyles>
    <p:titleStyle>
      <a:lvl1pPr algn="l" defTabSz="913989" rtl="0" eaLnBrk="1" latinLnBrk="0" hangingPunct="1">
        <a:lnSpc>
          <a:spcPct val="90000"/>
        </a:lnSpc>
        <a:spcBef>
          <a:spcPct val="0"/>
        </a:spcBef>
        <a:buNone/>
        <a:defRPr sz="3599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</p:titleStyle>
    <p:bodyStyle>
      <a:lvl1pPr marL="172995" indent="-172995" algn="l" defTabSz="913989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099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02" indent="-174582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222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081" indent="-171408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799900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171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3992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573" indent="-174582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393" indent="-169820" algn="l" defTabSz="913989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95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89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84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978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971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65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960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955" algn="l" defTabSz="9139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9" orient="horz" pos="325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2100"/>
              <a:t>Configuration Migration Tool for Informatica CDGC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b="1" sz="3600"/>
              <a:t>CDGC Export and Import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What does this toolset do?</a:t>
            </a:r>
          </a:p>
          <a:p>
            <a:pPr lvl="1">
              <a:spcBef>
                <a:spcPts val="0"/>
              </a:spcBef>
            </a:pPr>
            <a:r>
              <a:rPr sz="1400" b="0"/>
              <a:t>Migrates Connections and Catalog Sources between Informatica CDGC orgs</a:t>
            </a:r>
          </a:p>
          <a:p>
            <a:pPr lvl="1">
              <a:spcBef>
                <a:spcPts val="0"/>
              </a:spcBef>
            </a:pPr>
            <a:r>
              <a:rPr sz="1400" b="0"/>
              <a:t>Export captures full JSON payloads, custom source zips, and encrypted field reports</a:t>
            </a:r>
          </a:p>
          <a:p>
            <a:pPr lvl="1">
              <a:spcBef>
                <a:spcPts val="0"/>
              </a:spcBef>
            </a:pPr>
            <a:r>
              <a:rPr sz="1400" b="0"/>
              <a:t>Import compares export vs. live target — CREATE new, UPDATE changed, SKIP identical</a:t>
            </a:r>
          </a:p>
          <a:p>
            <a:pPr lvl="1">
              <a:spcBef>
                <a:spcPts val="0"/>
              </a:spcBef>
            </a:pPr>
            <a:r>
              <a:rPr sz="1400" b="0"/>
              <a:t>Single pre-flight review with one confirmation prompt before any changes are made</a:t>
            </a:r>
          </a:p>
          <a:p>
            <a:pPr lvl="1">
              <a:spcBef>
                <a:spcPts val="0"/>
              </a:spcBef>
            </a:pPr>
            <a:r>
              <a:rPr sz="1400" b="0"/>
              <a:t>Handles runtime environment and connection ID remapping between orgs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The Two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4D00"/>
                </a:solidFill>
              </a:rPr>
              <a:t>cdgc_export.py</a:t>
            </a:r>
          </a:p>
          <a:p>
            <a:pPr lvl="1">
              <a:spcBef>
                <a:spcPts val="0"/>
              </a:spcBef>
            </a:pPr>
            <a:r>
              <a:rPr sz="1400" b="0"/>
              <a:t>Authenticates to the SOURCE org</a:t>
            </a:r>
          </a:p>
          <a:p>
            <a:pPr lvl="1">
              <a:spcBef>
                <a:spcPts val="0"/>
              </a:spcBef>
            </a:pPr>
            <a:r>
              <a:rPr sz="1400" b="0"/>
              <a:t>Downloads connections → export/connections/*.json</a:t>
            </a:r>
          </a:p>
          <a:p>
            <a:pPr lvl="1">
              <a:spcBef>
                <a:spcPts val="0"/>
              </a:spcBef>
            </a:pPr>
            <a:r>
              <a:rPr sz="1400" b="0"/>
              <a:t>Downloads catalog sources → export/catalog_sources/*.json</a:t>
            </a:r>
          </a:p>
          <a:p>
            <a:pPr lvl="1">
              <a:spcBef>
                <a:spcPts val="0"/>
              </a:spcBef>
            </a:pPr>
            <a:r>
              <a:rPr sz="1400" b="0"/>
              <a:t>Downloads custom source zips → export/catalog_source_zips/*.zip</a:t>
            </a:r>
          </a:p>
          <a:p>
            <a:pPr lvl="1">
              <a:spcBef>
                <a:spcPts val="0"/>
              </a:spcBef>
            </a:pPr>
            <a:r>
              <a:rPr sz="1400" b="0"/>
              <a:t>Saves catalog_sources_id_lookup.json (name → source org ID)</a:t>
            </a:r>
          </a:p>
          <a:p>
            <a:pPr lvl="1">
              <a:spcBef>
                <a:spcPts val="0"/>
              </a:spcBef>
            </a:pPr>
            <a:r>
              <a:rPr sz="1400" b="0"/>
              <a:t>Reports encrypted fields to encrypted_fields_connections_&lt;ts&gt;.csv and encrypted_fields_resources_&lt;ts&gt;.csv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432FF"/>
                </a:solidFill>
              </a:rPr>
              <a:t>cdgc_import.py</a:t>
            </a:r>
          </a:p>
          <a:p>
            <a:pPr lvl="1">
              <a:spcBef>
                <a:spcPts val="0"/>
              </a:spcBef>
            </a:pPr>
            <a:r>
              <a:rPr sz="1400" b="0"/>
              <a:t>Authenticates to the TARGET org</a:t>
            </a:r>
          </a:p>
          <a:p>
            <a:pPr lvl="1">
              <a:spcBef>
                <a:spcPts val="0"/>
              </a:spcBef>
            </a:pPr>
            <a:r>
              <a:rPr sz="1400" b="0"/>
              <a:t>Pre-flight: compares each exported item against live target, builds CREATE / UPDATE / SKIP plan</a:t>
            </a:r>
          </a:p>
          <a:p>
            <a:pPr lvl="1">
              <a:spcBef>
                <a:spcPts val="0"/>
              </a:spcBef>
            </a:pPr>
            <a:r>
              <a:rPr sz="1400" b="0"/>
              <a:t>Displays full plan, prompts once before executing</a:t>
            </a:r>
          </a:p>
          <a:p>
            <a:pPr lvl="1">
              <a:spcBef>
                <a:spcPts val="0"/>
              </a:spcBef>
            </a:pPr>
            <a:r>
              <a:rPr sz="1400" b="0"/>
              <a:t>Remaps runtime env IDs and connection IDs to target org equivalents</a:t>
            </a:r>
          </a:p>
          <a:p>
            <a:pPr lvl="1">
              <a:spcBef>
                <a:spcPts val="0"/>
              </a:spcBef>
            </a:pPr>
            <a:r>
              <a:rPr sz="1400" b="0"/>
              <a:t>Saves altered payloads and patched zips to import_runs/import_&lt;timestamp&gt;/</a:t>
            </a:r>
          </a:p>
          <a:p>
            <a:pPr lvl="1">
              <a:spcBef>
                <a:spcPts val="0"/>
              </a:spcBef>
            </a:pPr>
            <a:r>
              <a:rPr sz="1400" b="0"/>
              <a:t>Connections: skip-if-exists (existing connections are never updated — only new ones are created)</a:t>
            </a:r>
          </a:p>
          <a:p>
            <a:pPr lvl="1">
              <a:spcBef>
                <a:spcPts val="0"/>
              </a:spcBef>
            </a:pPr>
            <a:r>
              <a:rPr sz="1400" b="0"/>
              <a:t>Catalog sources: CREATE if new, UPDATE if changed, SKIP if identical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Credentials &amp;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All scripts read credentials from environment variables:</a:t>
            </a:r>
          </a:p>
          <a:p>
            <a:pPr lvl="1">
              <a:spcBef>
                <a:spcPts val="0"/>
              </a:spcBef>
            </a:pPr>
            <a:r>
              <a:rPr sz="1200" b="0"/>
              <a:t>IDMC_POD       = "dmp-us"     # your Informatica pod name</a:t>
            </a:r>
          </a:p>
          <a:p>
            <a:pPr lvl="1">
              <a:spcBef>
                <a:spcPts val="0"/>
              </a:spcBef>
            </a:pPr>
            <a:r>
              <a:rPr sz="1200" b="0"/>
              <a:t>IDMC_USERNAME  = ""           # your IDMC login username</a:t>
            </a:r>
          </a:p>
          <a:p>
            <a:pPr lvl="1">
              <a:spcBef>
                <a:spcPts val="0"/>
              </a:spcBef>
            </a:pPr>
            <a:r>
              <a:rPr sz="1200" b="0"/>
              <a:t>IDMC_PASSWORD  = ""           # your IDMC login password</a:t>
            </a:r>
          </a:p>
          <a:p>
            <a:pPr>
              <a:spcBef>
                <a:spcPts val="800"/>
              </a:spcBef>
            </a:pPr>
            <a:r>
              <a:rPr sz="1600" b="1"/>
              <a:t>Windows (PowerShell):</a:t>
            </a:r>
          </a:p>
          <a:p>
            <a:pPr lvl="1">
              <a:spcBef>
                <a:spcPts val="0"/>
              </a:spcBef>
            </a:pPr>
            <a:r>
              <a:rPr sz="1200" b="0"/>
              <a:t>$env:IDMC_USERNAME = "your_username"</a:t>
            </a:r>
          </a:p>
          <a:p>
            <a:pPr lvl="1">
              <a:spcBef>
                <a:spcPts val="0"/>
              </a:spcBef>
            </a:pPr>
            <a:r>
              <a:rPr sz="1200" b="0"/>
              <a:t>$env:IDMC_PASSWORD = "your_password"</a:t>
            </a:r>
          </a:p>
          <a:p>
            <a:pPr lvl="1">
              <a:spcBef>
                <a:spcPts val="0"/>
              </a:spcBef>
            </a:pPr>
            <a:r>
              <a:rPr sz="1200" b="0"/>
              <a:t>$env:IDMC_POD      = "dmp-us"</a:t>
            </a:r>
          </a:p>
          <a:p>
            <a:pPr>
              <a:spcBef>
                <a:spcPts val="600"/>
              </a:spcBef>
            </a:pPr>
            <a:r>
              <a:rPr sz="1600" b="1"/>
              <a:t>Windows (Command Line):</a:t>
            </a:r>
          </a:p>
          <a:p>
            <a:pPr lvl="1">
              <a:spcBef>
                <a:spcPts val="0"/>
              </a:spcBef>
            </a:pPr>
            <a:r>
              <a:rPr sz="1200" b="0"/>
              <a:t>set IDMC_USERNAME=your_username</a:t>
            </a:r>
          </a:p>
          <a:p>
            <a:pPr lvl="1">
              <a:spcBef>
                <a:spcPts val="0"/>
              </a:spcBef>
            </a:pPr>
            <a:r>
              <a:rPr sz="1200" b="0"/>
              <a:t>set IDMC_PASSWORD=your_password</a:t>
            </a:r>
          </a:p>
          <a:p>
            <a:pPr lvl="1">
              <a:spcBef>
                <a:spcPts val="0"/>
              </a:spcBef>
            </a:pPr>
            <a:r>
              <a:rPr sz="1200" b="0"/>
              <a:t>set IDMC_POD=dmp-us</a:t>
            </a:r>
          </a:p>
          <a:p>
            <a:pPr>
              <a:spcBef>
                <a:spcPts val="600"/>
              </a:spcBef>
            </a:pPr>
            <a:r>
              <a:rPr sz="1600" b="1"/>
              <a:t>Linux / macOS:</a:t>
            </a:r>
          </a:p>
          <a:p>
            <a:pPr lvl="1">
              <a:spcBef>
                <a:spcPts val="0"/>
              </a:spcBef>
            </a:pPr>
            <a:r>
              <a:rPr sz="1200" b="0"/>
              <a:t>export IDMC_USERNAME=your_username</a:t>
            </a:r>
          </a:p>
          <a:p>
            <a:pPr lvl="1">
              <a:spcBef>
                <a:spcPts val="0"/>
              </a:spcBef>
            </a:pPr>
            <a:r>
              <a:rPr sz="1200" b="0"/>
              <a:t>export IDMC_PASSWORD=your_password</a:t>
            </a:r>
          </a:p>
          <a:p>
            <a:pPr lvl="1">
              <a:spcBef>
                <a:spcPts val="0"/>
              </a:spcBef>
            </a:pPr>
            <a:r>
              <a:rPr sz="1200" b="0"/>
              <a:t>export IDMC_POD=dmp-us</a:t>
            </a:r>
          </a:p>
          <a:p>
            <a:pPr>
              <a:spcBef>
                <a:spcPts val="600"/>
              </a:spcBef>
            </a:pPr>
            <a:r>
              <a:rPr sz="1200" b="0"/>
              <a:t>Note: cdgc_export.py uses SOURCE org credentials.</a:t>
            </a:r>
          </a:p>
          <a:p>
            <a:pPr>
              <a:spcBef>
                <a:spcPts val="0"/>
              </a:spcBef>
            </a:pPr>
            <a:r>
              <a:rPr sz="1200" b="0"/>
              <a:t>      cdgc_import.py and delete_all_*.py use TARGET org credentials.</a:t>
            </a:r>
          </a:p>
          <a:p>
            <a:pPr>
              <a:spcBef>
                <a:spcPts val="0"/>
              </a:spcBef>
            </a:pPr>
            <a:r>
              <a:rPr sz="1200" b="0"/>
              <a:t>      Scripts fall back to hardcoded defaults if env vars are not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Export: Key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At the top of cdgc_export.py, configure before running:</a:t>
            </a:r>
          </a:p>
          <a:p>
            <a:pPr lvl="1">
              <a:spcBef>
                <a:spcPts val="0"/>
              </a:spcBef>
            </a:pPr>
            <a:r>
              <a:rPr sz="1300" b="0"/>
              <a:t>FILTER_CONNECTIONS     = None          # None = export all; regex = export matching only</a:t>
            </a:r>
          </a:p>
          <a:p>
            <a:pPr lvl="1">
              <a:spcBef>
                <a:spcPts val="0"/>
              </a:spcBef>
            </a:pPr>
            <a:r>
              <a:rPr sz="1300" b="0"/>
              <a:t>FILTER_CATALOG_SOURCES = None          # e.g.  r"Snowflake|Oracle"</a:t>
            </a:r>
          </a:p>
          <a:p>
            <a:pPr lvl="2">
              <a:spcBef>
                <a:spcPts val="0"/>
              </a:spcBef>
            </a:pPr>
            <a:r>
              <a:rPr sz="1200" b="0"/>
              <a:t>                                       # Negative lookahead to EXCLUDE: r"^(?!.*Tableau)"</a:t>
            </a:r>
          </a:p>
          <a:p>
            <a:pPr>
              <a:spcBef>
                <a:spcPts val="800"/>
              </a:spcBef>
            </a:pPr>
            <a:r>
              <a:rPr sz="1600" b="1"/>
              <a:t>SOURCE_ORG settings</a:t>
            </a:r>
          </a:p>
          <a:p>
            <a:pPr lvl="1">
              <a:spcBef>
                <a:spcPts val="0"/>
              </a:spcBef>
            </a:pPr>
            <a:r>
              <a:rPr sz="1400" b="0"/>
              <a:t>login credentials, API URL, CDGC API URL</a:t>
            </a:r>
          </a:p>
          <a:p>
            <a:pPr>
              <a:spcBef>
                <a:spcPts val="400"/>
              </a:spcBef>
            </a:pPr>
            <a:r>
              <a:rPr sz="1600" b="1"/>
              <a:t>OUTPUT_DIR = "./export"</a:t>
            </a:r>
          </a:p>
          <a:p>
            <a:pPr lvl="1">
              <a:spcBef>
                <a:spcPts val="0"/>
              </a:spcBef>
            </a:pPr>
            <a:r>
              <a:rPr sz="1400" b="0"/>
              <a:t>Destination folder for all exported files</a:t>
            </a:r>
          </a:p>
          <a:p>
            <a:pPr>
              <a:spcBef>
                <a:spcPts val="800"/>
              </a:spcBef>
            </a:pPr>
            <a:r>
              <a:rPr sz="1600" b="1"/>
              <a:t>Tip</a:t>
            </a:r>
          </a:p>
          <a:p>
            <a:pPr lvl="1">
              <a:spcBef>
                <a:spcPts val="0"/>
              </a:spcBef>
            </a:pPr>
            <a:r>
              <a:rPr sz="1400" b="0"/>
              <a:t>Use filter variables during troubleshooting to limit scope and speed up iterations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Import: Key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At the top of cdgc_import.py, configure before running:</a:t>
            </a:r>
          </a:p>
          <a:p>
            <a:pPr>
              <a:spcBef>
                <a:spcPts val="600"/>
              </a:spcBef>
            </a:pPr>
            <a:r>
              <a:rPr sz="1600" b="1"/>
              <a:t>IGNORE_ENCRYPTED_CHANGES = True</a:t>
            </a:r>
          </a:p>
          <a:p>
            <a:pPr lvl="1">
              <a:spcBef>
                <a:spcPts val="0"/>
              </a:spcBef>
            </a:pPr>
            <a:r>
              <a:rPr sz="1400" b="0"/>
              <a:t>True  → encrypted blobs (AAA… values) treated as equivalent; avoids false UPDATEs</a:t>
            </a:r>
          </a:p>
          <a:p>
            <a:pPr lvl="1">
              <a:spcBef>
                <a:spcPts val="0"/>
              </a:spcBef>
            </a:pPr>
            <a:r>
              <a:rPr sz="1400" b="0"/>
              <a:t>False → any difference in encrypted blob triggers UPDATE (noisy but catches password changes)</a:t>
            </a:r>
          </a:p>
          <a:p>
            <a:pPr>
              <a:spcBef>
                <a:spcPts val="800"/>
              </a:spcBef>
            </a:pPr>
            <a:r>
              <a:rPr sz="1600" b="1"/>
              <a:t>Filters (same regex syntax as export)</a:t>
            </a:r>
          </a:p>
          <a:p>
            <a:pPr lvl="1">
              <a:spcBef>
                <a:spcPts val="0"/>
              </a:spcBef>
            </a:pPr>
            <a:r>
              <a:rPr sz="1400" b="0"/>
              <a:t>FILTER_CONNECTIONS     = None          # regex include filter</a:t>
            </a:r>
          </a:p>
          <a:p>
            <a:pPr lvl="1">
              <a:spcBef>
                <a:spcPts val="0"/>
              </a:spcBef>
            </a:pPr>
            <a:r>
              <a:rPr sz="1400" b="0"/>
              <a:t>FILTER_CATALOG_SOURCES = None          # limits both pre-flight comparison and execution</a:t>
            </a:r>
          </a:p>
          <a:p>
            <a:pPr>
              <a:spcBef>
                <a:spcPts val="800"/>
              </a:spcBef>
            </a:pPr>
            <a:r>
              <a:rPr sz="1600" b="1"/>
              <a:t>Paths</a:t>
            </a:r>
          </a:p>
          <a:p>
            <a:pPr lvl="1">
              <a:spcBef>
                <a:spcPts val="0"/>
              </a:spcBef>
            </a:pPr>
            <a:r>
              <a:rPr sz="1400" b="0"/>
              <a:t>EXPORT_DIR                  = "./export"</a:t>
            </a:r>
          </a:p>
          <a:p>
            <a:pPr lvl="1">
              <a:spcBef>
                <a:spcPts val="0"/>
              </a:spcBef>
            </a:pPr>
            <a:r>
              <a:rPr sz="1400" b="0"/>
              <a:t>ENCRYPTED_FIELDS_CSV        = path to encrypted_fields_connections.csv (no timestamp)</a:t>
            </a:r>
          </a:p>
          <a:p>
            <a:pPr lvl="1">
              <a:spcBef>
                <a:spcPts val="0"/>
              </a:spcBef>
            </a:pPr>
            <a:r>
              <a:rPr sz="1400" b="0"/>
              <a:t>ENCRYPTED_RESOURCES_CSV     = path to encrypted_fields_resources.csv (no timestamp)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Import: Pre-Flight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Before any changes are made, the import script:</a:t>
            </a:r>
          </a:p>
          <a:p>
            <a:pPr lvl="1">
              <a:spcBef>
                <a:spcPts val="0"/>
              </a:spcBef>
            </a:pPr>
            <a:r>
              <a:rPr sz="1400" b="0"/>
              <a:t>Fetches all existing connections and catalog sources from the target org</a:t>
            </a:r>
          </a:p>
          <a:p>
            <a:pPr lvl="1">
              <a:spcBef>
                <a:spcPts val="0"/>
              </a:spcBef>
            </a:pPr>
            <a:r>
              <a:rPr sz="1400" b="0"/>
              <a:t>Remaps each exported payload (runtime IDs, connection IDs) to target org values</a:t>
            </a:r>
          </a:p>
          <a:p>
            <a:pPr lvl="1">
              <a:spcBef>
                <a:spcPts val="400"/>
              </a:spcBef>
            </a:pPr>
            <a:r>
              <a:rPr sz="1400" b="0"/>
              <a:t>Normalises both sides for comparison:</a:t>
            </a:r>
          </a:p>
          <a:p>
            <a:pPr lvl="2">
              <a:spcBef>
                <a:spcPts val="0"/>
              </a:spcBef>
            </a:pPr>
            <a:r>
              <a:rPr sz="1400" b="0"/>
              <a:t>Strips system fields (id, createdTime, lastModifiedTime, etc.)</a:t>
            </a:r>
          </a:p>
          <a:p>
            <a:pPr lvl="2">
              <a:spcBef>
                <a:spcPts val="0"/>
              </a:spcBef>
            </a:pPr>
            <a:r>
              <a:rPr sz="1400" b="0"/>
              <a:t>Sorts arrays of dicts by identifying key (capabilityName, key, etc.) — order-independent</a:t>
            </a:r>
          </a:p>
          <a:p>
            <a:pPr lvl="2">
              <a:spcBef>
                <a:spcPts val="0"/>
              </a:spcBef>
            </a:pPr>
            <a:r>
              <a:rPr sz="1400" b="0"/>
              <a:t>Replaces org-specific encrypted blobs with __ENCRYPTED__ sentinel</a:t>
            </a:r>
          </a:p>
          <a:p>
            <a:pPr lvl="2">
              <a:spcBef>
                <a:spcPts val="0"/>
              </a:spcBef>
            </a:pPr>
            <a:r>
              <a:rPr sz="1400" b="0"/>
              <a:t>Ignores File Details staging UUID (always org-specific)</a:t>
            </a:r>
          </a:p>
          <a:p>
            <a:pPr lvl="1">
              <a:spcBef>
                <a:spcPts val="400"/>
              </a:spcBef>
            </a:pPr>
            <a:r>
              <a:rPr sz="1400" b="0"/>
              <a:t>Assigns each item an action: CREATE, UPDATE, or SKIP</a:t>
            </a:r>
          </a:p>
          <a:p>
            <a:pPr lvl="1">
              <a:spcBef>
                <a:spcPts val="0"/>
              </a:spcBef>
            </a:pPr>
            <a:r>
              <a:rPr sz="1400" b="0"/>
              <a:t>Displays the full plan with diff reasons for UPDATE items</a:t>
            </a:r>
          </a:p>
          <a:p>
            <a:pPr lvl="1">
              <a:spcBef>
                <a:spcPts val="0"/>
              </a:spcBef>
            </a:pPr>
            <a:r>
              <a:rPr sz="1400" b="0"/>
              <a:t>Prompts: "Proceed? (YES to continue)" — one prompt, then executes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Import: Catalog Source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Custom catalog sources must be imported in dependency order:</a:t>
            </a:r>
          </a:p>
          <a:p>
            <a:pPr lvl="1">
              <a:spcBef>
                <a:spcPts val="0"/>
              </a:spcBef>
            </a:pPr>
            <a:r>
              <a:rPr sz="1400" b="0"/>
              <a:t>Standard (non-custom) sources — no zip file; imported first</a:t>
            </a:r>
          </a:p>
          <a:p>
            <a:pPr lvl="1">
              <a:spcBef>
                <a:spcPts val="0"/>
              </a:spcBef>
            </a:pPr>
            <a:r>
              <a:rPr sz="1400" b="0"/>
              <a:t>Custom / Internal — zip contains links.csv with NO UUIDs; no cross-source dependencies</a:t>
            </a:r>
          </a:p>
          <a:p>
            <a:pPr lvl="1">
              <a:spcBef>
                <a:spcPts val="0"/>
              </a:spcBef>
            </a:pPr>
            <a:r>
              <a:rPr sz="1400" b="0"/>
              <a:t>Custom / Lineage — zip contains links.csv WITH UUIDs referencing other sources</a:t>
            </a:r>
          </a:p>
          <a:p>
            <a:pPr lvl="2">
              <a:spcBef>
                <a:spcPts val="0"/>
              </a:spcBef>
            </a:pPr>
            <a:r>
              <a:rPr sz="1400" b="0"/>
              <a:t>→ UUIDs in links.csv are patched from source org IDs to target org IDs before upload</a:t>
            </a:r>
          </a:p>
          <a:p>
            <a:pPr>
              <a:spcBef>
                <a:spcPts val="1000"/>
              </a:spcBef>
            </a:pPr>
            <a:r>
              <a:rPr sz="1600" b="1"/>
              <a:t>Why ordering matters:</a:t>
            </a:r>
          </a:p>
          <a:p>
            <a:pPr lvl="1">
              <a:spcBef>
                <a:spcPts val="0"/>
              </a:spcBef>
            </a:pPr>
            <a:r>
              <a:rPr sz="1400" b="0"/>
              <a:t>Lineage sources reference other catalog source IDs inside their zip files.</a:t>
            </a:r>
          </a:p>
          <a:p>
            <a:pPr lvl="1">
              <a:spcBef>
                <a:spcPts val="0"/>
              </a:spcBef>
            </a:pPr>
            <a:r>
              <a:rPr sz="1400" b="0"/>
              <a:t>Those target IDs are only known after the referenced sources have been created/confirmed.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Encrypted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Informatica stores sensitive config values as org-specific encrypted blobs starting with "AAA".</a:t>
            </a:r>
          </a:p>
          <a:p>
            <a:pPr lvl="1">
              <a:spcBef>
                <a:spcPts val="0"/>
              </a:spcBef>
            </a:pPr>
            <a:r>
              <a:rPr sz="1400" b="0"/>
              <a:t>These cannot be transferred between orgs — they must be re-entered in the target org.</a:t>
            </a:r>
          </a:p>
          <a:p>
            <a:pPr>
              <a:spcBef>
                <a:spcPts val="800"/>
              </a:spcBef>
            </a:pPr>
            <a:r>
              <a:rPr sz="1600" b="1"/>
              <a:t>Connections:</a:t>
            </a:r>
          </a:p>
          <a:p>
            <a:pPr lvl="1">
              <a:spcBef>
                <a:spcPts val="0"/>
              </a:spcBef>
            </a:pPr>
            <a:r>
              <a:rPr sz="1400" b="0"/>
              <a:t>Encrypted fields detected and logged during export</a:t>
            </a:r>
          </a:p>
          <a:p>
            <a:pPr lvl="1">
              <a:spcBef>
                <a:spcPts val="0"/>
              </a:spcBef>
            </a:pPr>
            <a:r>
              <a:rPr sz="1400" b="0"/>
              <a:t>Reported to: encrypted_fields_connections_&lt;timestamp&gt;.csv</a:t>
            </a:r>
          </a:p>
          <a:p>
            <a:pPr lvl="1">
              <a:spcBef>
                <a:spcPts val="0"/>
              </a:spcBef>
            </a:pPr>
            <a:r>
              <a:rPr sz="1400" b="0"/>
              <a:t>During import: the import writes import_encrypted_fields_connections.csv</a:t>
            </a:r>
          </a:p>
          <a:p>
            <a:pPr lvl="1">
              <a:spcBef>
                <a:spcPts val="0"/>
              </a:spcBef>
            </a:pPr>
            <a:r>
              <a:rPr sz="1400" b="0"/>
              <a:t>Action required: after import, manually update connection passwords in the target org UI</a:t>
            </a:r>
          </a:p>
          <a:p>
            <a:pPr lvl="1">
              <a:spcBef>
                <a:spcPts val="0"/>
              </a:spcBef>
            </a:pPr>
            <a:r>
              <a:rPr sz="1400" b="0"/>
              <a:t>Note: connections are skip-if-exists, so there is no automated way to push updated credentials</a:t>
            </a:r>
          </a:p>
          <a:p>
            <a:pPr>
              <a:spcBef>
                <a:spcPts val="800"/>
              </a:spcBef>
            </a:pPr>
            <a:r>
              <a:rPr sz="1600" b="1"/>
              <a:t>Catalog Sources:</a:t>
            </a:r>
          </a:p>
          <a:p>
            <a:pPr lvl="1">
              <a:spcBef>
                <a:spcPts val="0"/>
              </a:spcBef>
            </a:pPr>
            <a:r>
              <a:rPr sz="1400" b="0"/>
              <a:t>Encrypted fields detected and logged during export</a:t>
            </a:r>
          </a:p>
          <a:p>
            <a:pPr lvl="1">
              <a:spcBef>
                <a:spcPts val="0"/>
              </a:spcBef>
            </a:pPr>
            <a:r>
              <a:rPr sz="1400" b="0"/>
              <a:t>Reported to: encrypted_fields_resources_&lt;timestamp&gt;.csv</a:t>
            </a:r>
          </a:p>
          <a:p>
            <a:pPr lvl="1">
              <a:spcBef>
                <a:spcPts val="0"/>
              </a:spcBef>
            </a:pPr>
            <a:r>
              <a:rPr sz="1400" b="0"/>
              <a:t>During import: if encrypted_fields_resources.csv (no timestamp) exists in EXPORT_DIR, plain-text values from that file are injected into the payload before POST/PUT</a:t>
            </a:r>
          </a:p>
          <a:p>
            <a:pPr lvl="1">
              <a:spcBef>
                <a:spcPts val="0"/>
              </a:spcBef>
            </a:pPr>
            <a:r>
              <a:rPr sz="1400" b="0"/>
              <a:t>This allows the script to set credentials on new or updated catalog sources</a:t>
            </a:r>
          </a:p>
          <a:p>
            <a:pPr lvl="1">
              <a:spcBef>
                <a:spcPts val="0"/>
              </a:spcBef>
            </a:pPr>
            <a:r>
              <a:rPr sz="1300" b="0"/>
              <a:t>Paths use human-readable format:</a:t>
            </a:r>
          </a:p>
          <a:p>
            <a:pPr lvl="2">
              <a:spcBef>
                <a:spcPts val="0"/>
              </a:spcBef>
            </a:pPr>
            <a:r>
              <a:rPr sz="1200" b="0"/>
              <a:t>typeOptions.configurationProperties[optionGroupName="IICS OptionGroup"]</a:t>
            </a:r>
          </a:p>
          <a:p>
            <a:pPr lvl="2">
              <a:spcBef>
                <a:spcPts val="0"/>
              </a:spcBef>
            </a:pPr>
            <a:r>
              <a:rPr sz="1200" b="0"/>
              <a:t>  .configOptions[key="IICS Password"].values[0]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Import: Run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Each import run creates a timestamped folder:</a:t>
            </a:r>
          </a:p>
          <a:p>
            <a:pPr lvl="1">
              <a:spcBef>
                <a:spcPts val="0"/>
              </a:spcBef>
            </a:pPr>
            <a:r>
              <a:rPr sz="1400" b="0"/>
              <a:t>import_runs/</a:t>
            </a:r>
          </a:p>
          <a:p>
            <a:pPr lvl="2">
              <a:spcBef>
                <a:spcPts val="0"/>
              </a:spcBef>
            </a:pPr>
            <a:r>
              <a:rPr sz="1400" b="0"/>
              <a:t>  import_20260318_112318/</a:t>
            </a:r>
          </a:p>
          <a:p>
            <a:pPr lvl="2">
              <a:spcBef>
                <a:spcPts val="0"/>
              </a:spcBef>
            </a:pPr>
            <a:r>
              <a:rPr sz="1300" b="0"/>
              <a:t>    import.log                           ← full console output</a:t>
            </a:r>
          </a:p>
          <a:p>
            <a:pPr lvl="2">
              <a:spcBef>
                <a:spcPts val="0"/>
              </a:spcBef>
            </a:pPr>
            <a:r>
              <a:rPr sz="1400" b="0"/>
              <a:t>    connections/</a:t>
            </a:r>
          </a:p>
          <a:p>
            <a:pPr lvl="3">
              <a:spcBef>
                <a:spcPts val="0"/>
              </a:spcBef>
            </a:pPr>
            <a:r>
              <a:rPr sz="1200" b="0"/>
              <a:t>      My Connection.json                 ← altered payload sent to API</a:t>
            </a:r>
          </a:p>
          <a:p>
            <a:pPr lvl="2">
              <a:spcBef>
                <a:spcPts val="0"/>
              </a:spcBef>
            </a:pPr>
            <a:r>
              <a:rPr sz="1400" b="0"/>
              <a:t>    catalog_sources/</a:t>
            </a:r>
          </a:p>
          <a:p>
            <a:pPr lvl="3">
              <a:spcBef>
                <a:spcPts val="0"/>
              </a:spcBef>
            </a:pPr>
            <a:r>
              <a:rPr sz="1200" b="0"/>
              <a:t>      AWS Glue.json</a:t>
            </a:r>
          </a:p>
          <a:p>
            <a:pPr lvl="2">
              <a:spcBef>
                <a:spcPts val="0"/>
              </a:spcBef>
            </a:pPr>
            <a:r>
              <a:rPr sz="1400" b="0"/>
              <a:t>    catalog_source_zips/</a:t>
            </a:r>
          </a:p>
          <a:p>
            <a:pPr lvl="3">
              <a:spcBef>
                <a:spcPts val="0"/>
              </a:spcBef>
            </a:pPr>
            <a:r>
              <a:rPr sz="1200" b="0"/>
              <a:t>      Data Miner APIs.zip                ← zip with UUIDs patched to target org</a:t>
            </a:r>
          </a:p>
          <a:p>
            <a:pPr lvl="2">
              <a:spcBef>
                <a:spcPts val="0"/>
              </a:spcBef>
            </a:pPr>
            <a:r>
              <a:rPr sz="1200" b="0"/>
              <a:t>    import_encrypted_fields_connections.csv   ← encrypted fields encountered</a:t>
            </a:r>
          </a:p>
          <a:p>
            <a:pPr lvl="2">
              <a:spcBef>
                <a:spcPts val="0"/>
              </a:spcBef>
            </a:pPr>
            <a:r>
              <a:rPr sz="1200" b="0"/>
              <a:t>    import_encrypted_fields_resources.csv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Delete Scripts — USE WITH EXTREME CAUTION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C0000"/>
                </a:solidFill>
              </a:rPr>
              <a:t>WARNING: These scripts permanently delete resources from your Informatica org.</a:t>
            </a:r>
          </a:p>
          <a:p>
            <a:pPr lvl="1">
              <a:spcBef>
                <a:spcPts val="0"/>
              </a:spcBef>
            </a:pPr>
            <a:r>
              <a:rPr sz="1400" b="1">
                <a:solidFill>
                  <a:srgbClr val="CC0000"/>
                </a:solidFill>
              </a:rPr>
              <a:t>Always run in DRY RUN mode first to review what will be affected.</a:t>
            </a:r>
          </a:p>
          <a:p>
            <a:pPr>
              <a:spcBef>
                <a:spcPts val="1000"/>
              </a:spcBef>
            </a:pPr>
            <a:r>
              <a:rPr sz="1600" b="1"/>
              <a:t>delete_all_connections.py</a:t>
            </a:r>
          </a:p>
          <a:p>
            <a:pPr lvl="1">
              <a:spcBef>
                <a:spcPts val="0"/>
              </a:spcBef>
            </a:pPr>
            <a:r>
              <a:rPr sz="1400" b="0"/>
              <a:t>Deletes ALL connections in the target org.</a:t>
            </a:r>
          </a:p>
          <a:p>
            <a:pPr lvl="1">
              <a:spcBef>
                <a:spcPts val="0"/>
              </a:spcBef>
            </a:pPr>
            <a:r>
              <a:rPr sz="1300" b="1"/>
              <a:t>Usage:</a:t>
            </a:r>
          </a:p>
          <a:p>
            <a:pPr lvl="2">
              <a:spcBef>
                <a:spcPts val="0"/>
              </a:spcBef>
            </a:pPr>
            <a:r>
              <a:rPr sz="1200" b="0"/>
              <a:t>python delete_all_connections.py           # DRY RUN — lists what would be deleted (SAFE)</a:t>
            </a:r>
          </a:p>
          <a:p>
            <a:pPr lvl="2">
              <a:spcBef>
                <a:spcPts val="0"/>
              </a:spcBef>
            </a:pPr>
            <a:r>
              <a:rPr sz="1200" b="0"/>
              <a:t>python delete_all_connections.py --go      # LIVE DELETE — requires typing "YES" to confirm</a:t>
            </a:r>
          </a:p>
          <a:p>
            <a:pPr>
              <a:spcBef>
                <a:spcPts val="800"/>
              </a:spcBef>
            </a:pPr>
            <a:r>
              <a:rPr sz="1600" b="1"/>
              <a:t>delete_all_resources.py</a:t>
            </a:r>
          </a:p>
          <a:p>
            <a:pPr lvl="1">
              <a:spcBef>
                <a:spcPts val="0"/>
              </a:spcBef>
            </a:pPr>
            <a:r>
              <a:rPr sz="1400" b="0"/>
              <a:t>Deletes ALL catalog sources, and optionally all connections.</a:t>
            </a:r>
          </a:p>
          <a:p>
            <a:pPr lvl="1">
              <a:spcBef>
                <a:spcPts val="0"/>
              </a:spcBef>
            </a:pPr>
            <a:r>
              <a:rPr sz="1300" b="1"/>
              <a:t>Usage:</a:t>
            </a:r>
          </a:p>
          <a:p>
            <a:pPr lvl="2">
              <a:spcBef>
                <a:spcPts val="0"/>
              </a:spcBef>
            </a:pPr>
            <a:r>
              <a:rPr sz="1200" b="0"/>
              <a:t>python delete_all_resources.py                       # DRY RUN: catalog sources only</a:t>
            </a:r>
          </a:p>
          <a:p>
            <a:pPr lvl="2">
              <a:spcBef>
                <a:spcPts val="0"/>
              </a:spcBef>
            </a:pPr>
            <a:r>
              <a:rPr sz="1200" b="0"/>
              <a:t>python delete_all_resources.py --connections         # DRY RUN: catalog sources + connections</a:t>
            </a:r>
          </a:p>
          <a:p>
            <a:pPr lvl="2">
              <a:spcBef>
                <a:spcPts val="0"/>
              </a:spcBef>
            </a:pPr>
            <a:r>
              <a:rPr sz="1200" b="0"/>
              <a:t>python delete_all_resources.py --go                  # LIVE DELETE: catalog sources only</a:t>
            </a:r>
          </a:p>
          <a:p>
            <a:pPr lvl="2">
              <a:spcBef>
                <a:spcPts val="0"/>
              </a:spcBef>
            </a:pPr>
            <a:r>
              <a:rPr sz="1200" b="0"/>
              <a:t>python delete_all_resources.py --connections --go    # LIVE DELETE: everything</a:t>
            </a:r>
          </a:p>
          <a:p>
            <a:pPr>
              <a:spcBef>
                <a:spcPts val="800"/>
              </a:spcBef>
            </a:pPr>
            <a:r>
              <a:rPr sz="1600" b="1"/>
              <a:t>Safety features:</a:t>
            </a:r>
          </a:p>
          <a:p>
            <a:pPr lvl="1">
              <a:spcBef>
                <a:spcPts val="0"/>
              </a:spcBef>
            </a:pPr>
            <a:r>
              <a:rPr sz="1400" b="0"/>
              <a:t>Dry run by default — --go flag required to make any real changes</a:t>
            </a:r>
          </a:p>
          <a:p>
            <a:pPr lvl="1">
              <a:spcBef>
                <a:spcPts val="0"/>
              </a:spcBef>
            </a:pPr>
            <a:r>
              <a:rPr sz="1400" b="0"/>
              <a:t>Live delete requires typing "YES" at a confirmation prompt</a:t>
            </a:r>
          </a:p>
          <a:p>
            <a:pPr lvl="1">
              <a:spcBef>
                <a:spcPts val="0"/>
              </a:spcBef>
            </a:pPr>
            <a:r>
              <a:rPr sz="1400" b="0"/>
              <a:t>Deletions are asynchronous — resources may take time to fully disappear from the 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Resilience &amp; Retry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Network and API errors are handled automatically:</a:t>
            </a:r>
          </a:p>
          <a:p>
            <a:pPr>
              <a:spcBef>
                <a:spcPts val="600"/>
              </a:spcBef>
            </a:pPr>
            <a:r>
              <a:rPr sz="1600" b="1"/>
              <a:t>Retried automatically (up to 4 attempts, with back-off):</a:t>
            </a:r>
          </a:p>
          <a:p>
            <a:pPr lvl="1">
              <a:spcBef>
                <a:spcPts val="0"/>
              </a:spcBef>
            </a:pPr>
            <a:r>
              <a:rPr sz="1400" b="0"/>
              <a:t>HTTP 408 Request Timeout</a:t>
            </a:r>
          </a:p>
          <a:p>
            <a:pPr lvl="1">
              <a:spcBef>
                <a:spcPts val="0"/>
              </a:spcBef>
            </a:pPr>
            <a:r>
              <a:rPr sz="1400" b="0"/>
              <a:t>HTTP 429 Rate Limit</a:t>
            </a:r>
          </a:p>
          <a:p>
            <a:pPr lvl="1">
              <a:spcBef>
                <a:spcPts val="0"/>
              </a:spcBef>
            </a:pPr>
            <a:r>
              <a:rPr sz="1400" b="0"/>
              <a:t>HTTP 502 / 503 / 504 Gateway errors</a:t>
            </a:r>
          </a:p>
          <a:p>
            <a:pPr lvl="1">
              <a:spcBef>
                <a:spcPts val="0"/>
              </a:spcBef>
            </a:pPr>
            <a:r>
              <a:rPr sz="1400" b="0"/>
              <a:t>SSL ConnectionResetError (WinError 10054)</a:t>
            </a:r>
          </a:p>
          <a:p>
            <a:pPr lvl="1">
              <a:spcBef>
                <a:spcPts val="0"/>
              </a:spcBef>
            </a:pPr>
            <a:r>
              <a:rPr sz="1400" b="0"/>
              <a:t>Client-side Timeout</a:t>
            </a:r>
          </a:p>
          <a:p>
            <a:pPr>
              <a:spcBef>
                <a:spcPts val="800"/>
              </a:spcBef>
            </a:pPr>
            <a:r>
              <a:rPr sz="1600" b="1"/>
              <a:t>POST (create) special handling:</a:t>
            </a:r>
          </a:p>
          <a:p>
            <a:pPr lvl="1">
              <a:spcBef>
                <a:spcPts val="0"/>
              </a:spcBef>
            </a:pPr>
            <a:r>
              <a:rPr sz="1400" b="0"/>
              <a:t>After a 408, the script checks whether the resource was actually created before retrying — prevents duplicate catalog sources on timeout</a:t>
            </a:r>
          </a:p>
          <a:p>
            <a:pPr>
              <a:spcBef>
                <a:spcPts val="800"/>
              </a:spcBef>
            </a:pPr>
            <a:r>
              <a:rPr sz="1600" b="1"/>
              <a:t>GET calls:</a:t>
            </a:r>
          </a:p>
          <a:p>
            <a:pPr lvl="1">
              <a:spcBef>
                <a:spcPts val="0"/>
              </a:spcBef>
            </a:pPr>
            <a:r>
              <a:rPr sz="1400" b="0"/>
              <a:t>All API GET calls (including the 80+ pre-flight source fetches) also retry automatically on connection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Example: Export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ourier New"/>
              </a:rPr>
              <a:t>============================================================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CDGC Export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============================================================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Authenticating to source org (dmp-us)...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Logged in as: scott.hayes  |  Org: NorthStar Analytics (abc123)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[Connections]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Exporting 12 connection(s)...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Saved: export/connections/AWS Glue Connection.json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Saved: export/connections/Azure Data Factory.json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Saved: export/connections/Snowflake Prod.json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... (12 total)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Encrypted fields found — written to: export/encrypted_fields_connections_20260318_091245.csv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[Catalog Sources]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Exporting 81 catalog source(s)...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Saved: export/catalog_sources/AWS Glue.json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Saved: export/catalog_sources/NSEN Tableau Server.json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... (81 total)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Saved catalog source ID lookup (81 entries)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[Custom Source Zips]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Downloading zip for: Data Miner APIs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Saved: export/catalog_source_zips/Data Miner APIs.zip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Downloading zip for: Lineage (Python Scripts)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Saved: export/catalog_source_zips/Lineage (Python Scripts).zip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... (14 zips downloaded)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Encrypted resource fields — written to: export/encrypted_fields_resources_20260318_091312.csv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Export complete.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Example: Import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5394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ourier New"/>
              </a:rPr>
              <a:t>============================================================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CDGC Import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============================================================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Authenticating to target org (dmp-us)...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Logged in as: scott.hayes  |  Org: NorthStar Analytics (xyz789)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============================================================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[Pre-flight]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============================================================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Connections (12 total — Create: 2  Update: 0  Skip: 10):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SKIP   : AWS Glue Connection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SKIP   : Azure Data Factory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CREATE : New Snowflake Prod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CREATE : Workday API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Missing datasource types (1):  Custom/Internal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Catalog Sources (81 total — Create: 1  Update: 1  Skip: 79):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SKIP   : AWS Glue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UPDATE : NSEN Tableau Server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         ~ capabilities["Data Classification"].configOptions: export only: 'Scope B'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CREATE : Workday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Proceed? (YES to continue): YES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[Connections]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CREATING : New Snowflake Prod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         Created: 3f2a19bc-dd2c-4a1e-b8c0-9e7f1234abcd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CREATING : Workday API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         Created: 8c44d10e-1234-4bcd-a9f2-c3d5e6f78901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[Catalog Sources]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SKIP     : AWS Glue  (no changes)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UPDATING : NSEN Tableau Server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         Updated (jobId=job-abc-123)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CREATING : Workday</a:t>
            </a:r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           Created with id: 9d1e55f7-3b2a-4c8d-b7e1-f0a2c3d4e5f6</a:t>
            </a:r>
          </a:p>
          <a:p>
            <a:pPr/>
            <a:endParaRPr lang="en-US"/>
          </a:p>
          <a:p>
            <a:r>
              <a:rPr sz="1000">
                <a:solidFill>
                  <a:srgbClr val="FFFFFF"/>
                </a:solidFill>
                <a:latin typeface="Courier New"/>
              </a:rPr>
              <a:t>  Import complete.  Created: 2  Updated: 1  Skipped: 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Informatica">
      <a:dk1>
        <a:srgbClr val="373737"/>
      </a:dk1>
      <a:lt1>
        <a:srgbClr val="FFFFFF"/>
      </a:lt1>
      <a:dk2>
        <a:srgbClr val="0432FF"/>
      </a:dk2>
      <a:lt2>
        <a:srgbClr val="EAEAEA"/>
      </a:lt2>
      <a:accent1>
        <a:srgbClr val="FF4D00"/>
      </a:accent1>
      <a:accent2>
        <a:srgbClr val="FF7D00"/>
      </a:accent2>
      <a:accent3>
        <a:srgbClr val="9220A1"/>
      </a:accent3>
      <a:accent4>
        <a:srgbClr val="C10074"/>
      </a:accent4>
      <a:accent5>
        <a:srgbClr val="00A9BB"/>
      </a:accent5>
      <a:accent6>
        <a:srgbClr val="92D03D"/>
      </a:accent6>
      <a:hlink>
        <a:srgbClr val="0432FF"/>
      </a:hlink>
      <a:folHlink>
        <a:srgbClr val="9223A1"/>
      </a:folHlink>
    </a:clrScheme>
    <a:fontScheme name="Informatica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37160" tIns="91440" rIns="137160" bIns="91440" rtlCol="0" anchor="ctr"/>
      <a:lstStyle>
        <a:defPPr>
          <a:defRPr smtClean="0"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spcAft>
            <a:spcPts val="1000"/>
          </a:spcAft>
          <a:defRPr sz="2100" dirty="0" err="1" smtClean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formatica Powerpoint Master_Roboto_r1" id="{271281B5-08A3-AC41-8BD9-1578A2037E7E}" vid="{EA06B9FC-3577-1F42-B125-D08C2CD06FAE}"/>
    </a:ext>
  </a:extLst>
</a:theme>
</file>

<file path=ppt/theme/theme2.xml><?xml version="1.0" encoding="utf-8"?>
<a:theme xmlns:a="http://schemas.openxmlformats.org/drawingml/2006/main" name="3_Office Theme">
  <a:themeElements>
    <a:clrScheme name="Informatica">
      <a:dk1>
        <a:srgbClr val="373737"/>
      </a:dk1>
      <a:lt1>
        <a:srgbClr val="FFFFFF"/>
      </a:lt1>
      <a:dk2>
        <a:srgbClr val="0432FF"/>
      </a:dk2>
      <a:lt2>
        <a:srgbClr val="EAEAEA"/>
      </a:lt2>
      <a:accent1>
        <a:srgbClr val="FF4D00"/>
      </a:accent1>
      <a:accent2>
        <a:srgbClr val="FF7D00"/>
      </a:accent2>
      <a:accent3>
        <a:srgbClr val="9220A1"/>
      </a:accent3>
      <a:accent4>
        <a:srgbClr val="C10074"/>
      </a:accent4>
      <a:accent5>
        <a:srgbClr val="00A9BB"/>
      </a:accent5>
      <a:accent6>
        <a:srgbClr val="92D03D"/>
      </a:accent6>
      <a:hlink>
        <a:srgbClr val="0432FF"/>
      </a:hlink>
      <a:folHlink>
        <a:srgbClr val="9223A1"/>
      </a:folHlink>
    </a:clrScheme>
    <a:fontScheme name="Informatica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37160" tIns="91440" rIns="137160" bIns="91440" rtlCol="0" anchor="ctr"/>
      <a:lstStyle>
        <a:defPPr>
          <a:defRPr smtClean="0"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spcAft>
            <a:spcPts val="1000"/>
          </a:spcAft>
          <a:defRPr sz="2100" dirty="0" err="1" smtClean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formatica Powerpoint Master_Roboto_r1" id="{271281B5-08A3-AC41-8BD9-1578A2037E7E}" vid="{EA06B9FC-3577-1F42-B125-D08C2CD06FAE}"/>
    </a:ext>
  </a:extLst>
</a:theme>
</file>

<file path=ppt/theme/theme3.xml><?xml version="1.0" encoding="utf-8"?>
<a:theme xmlns:a="http://schemas.openxmlformats.org/drawingml/2006/main" name="1_IW17">
  <a:themeElements>
    <a:clrScheme name="Custom 4">
      <a:dk1>
        <a:srgbClr val="373737"/>
      </a:dk1>
      <a:lt1>
        <a:srgbClr val="FFFFFF"/>
      </a:lt1>
      <a:dk2>
        <a:srgbClr val="595959"/>
      </a:dk2>
      <a:lt2>
        <a:srgbClr val="EAEAEA"/>
      </a:lt2>
      <a:accent1>
        <a:srgbClr val="FF4D00"/>
      </a:accent1>
      <a:accent2>
        <a:srgbClr val="FF7D00"/>
      </a:accent2>
      <a:accent3>
        <a:srgbClr val="9220A1"/>
      </a:accent3>
      <a:accent4>
        <a:srgbClr val="C10074"/>
      </a:accent4>
      <a:accent5>
        <a:srgbClr val="00A9BB"/>
      </a:accent5>
      <a:accent6>
        <a:srgbClr val="0019FF"/>
      </a:accent6>
      <a:hlink>
        <a:srgbClr val="0019FF"/>
      </a:hlink>
      <a:folHlink>
        <a:srgbClr val="9220A1"/>
      </a:folHlink>
    </a:clrScheme>
    <a:fontScheme name="Informatica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0E49C123-240F-5A40-A789-EAC3B4E3F5A1}" vid="{8F7913D4-1422-F944-9E1E-34944C1B6A4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469B9DDCB7884E95DD88D1FAB455BB" ma:contentTypeVersion="4" ma:contentTypeDescription="Create a new document." ma:contentTypeScope="" ma:versionID="2af74787b6fa7b67583c56dc5776735d">
  <xsd:schema xmlns:xsd="http://www.w3.org/2001/XMLSchema" xmlns:xs="http://www.w3.org/2001/XMLSchema" xmlns:p="http://schemas.microsoft.com/office/2006/metadata/properties" xmlns:ns2="d7abb67f-8ba3-4629-af4a-9ad47f056db5" targetNamespace="http://schemas.microsoft.com/office/2006/metadata/properties" ma:root="true" ma:fieldsID="03e5ccd49f08cdc976c4df5b8baab980" ns2:_="">
    <xsd:import namespace="d7abb67f-8ba3-4629-af4a-9ad47f056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bb67f-8ba3-4629-af4a-9ad47f056d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FC13DC-9E91-480E-AA50-E69DFCF153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A5433E-CDB9-440C-BB77-1799205ED86D}">
  <ds:schemaRefs>
    <ds:schemaRef ds:uri="d7abb67f-8ba3-4629-af4a-9ad47f056d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4c8150c-bc7e-4d77-82d5-2d0905f0cd74}" enabled="1" method="Standard" siteId="{2638f43e-f77d-4fc7-ab92-7b753b7876f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Informatica Powerpoint Master_Roboto_r1</Template>
  <TotalTime>3097</TotalTime>
  <Words>2626</Words>
  <Application>Microsoft Office PowerPoint</Application>
  <PresentationFormat>Custom</PresentationFormat>
  <Paragraphs>297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Roboto</vt:lpstr>
      <vt:lpstr>Roboto Light</vt:lpstr>
      <vt:lpstr>2_Office Theme</vt:lpstr>
      <vt:lpstr>3_Office Theme</vt:lpstr>
      <vt:lpstr>1_IW17</vt:lpstr>
      <vt:lpstr>PowerPoint Presentation</vt:lpstr>
      <vt:lpstr>What are we trying to do?</vt:lpstr>
      <vt:lpstr>Configure with csv file</vt:lpstr>
      <vt:lpstr>Included Templates: Basic (Name Regex) and (Value Regex)</vt:lpstr>
      <vt:lpstr>Included Templates: Advanced - (Name not in Whitelist) and (Name Regex) and (Value Regex)</vt:lpstr>
      <vt:lpstr>Included Templates: Advanced - (Name in Blacklist) or (Name Regex) and (Value Regex)</vt:lpstr>
      <vt:lpstr>Included Templates: Advanced Element Classification</vt:lpstr>
      <vt:lpstr>Included Templates: Basic - No Rules</vt:lpstr>
      <vt:lpstr>Included Templates: Entity Classification</vt:lpstr>
      <vt:lpstr>Configure Lookup Tables with csv file</vt:lpstr>
      <vt:lpstr>Other Options</vt:lpstr>
      <vt:lpstr>Additional Information</vt:lpstr>
      <vt:lpstr>Command Line Options</vt:lpstr>
      <vt:lpstr>Output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Kara, Amit</dc:creator>
  <cp:keywords/>
  <dc:description/>
  <cp:lastModifiedBy>Hayes, Scott</cp:lastModifiedBy>
  <cp:revision>71</cp:revision>
  <cp:lastPrinted>2018-10-18T20:42:58Z</cp:lastPrinted>
  <dcterms:created xsi:type="dcterms:W3CDTF">2017-08-24T15:57:22Z</dcterms:created>
  <dcterms:modified xsi:type="dcterms:W3CDTF">2025-01-27T17:02:55Z</dcterms:modified>
  <cp:category/>
</cp:coreProperties>
</file>